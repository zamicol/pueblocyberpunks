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h5ivMEBzT9x36yttfeE+0SI0Ne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exels.com/photo/construction-site-at-nighttime-236722/"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nstrumentationtools.com/learn-about-scada-and-hmi-systems/" TargetMode="External"/><Relationship Id="rId3" Type="http://schemas.openxmlformats.org/officeDocument/2006/relationships/hyperlink" Target="https://www.safebyte.io/aspects-of-pentest-ics-scada/" TargetMode="External"/><Relationship Id="rId4" Type="http://schemas.openxmlformats.org/officeDocument/2006/relationships/hyperlink" Target="https://energyinformatics.springeropen.com/articles/10.1186/s42162-018-0058-7"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owermag.com/ensuring-the-cybersecurity-of-plant-industrial-control-system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exels.com/photo/low-angle-shot-of-manufacturing-plant-under-blue-sky-257700/"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dderlogicworld.com/ladder-logic-basic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dpcb.com/glossary/logic-gate/"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realpars.com/blog/structured-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dpcb.com/glossary/logic-gate/"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dpcb.com/glossary/logic-gate/"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exels.com/photo/huge-cooling-towers-in-nuclear-power-plant-4460676/"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topics/engineering/remote-terminal-uni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exels.com/photo/landscape-sunset-skyline-industry-9800022/"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SergiuSechel/status/1109405451572133888" TargetMode="External"/><Relationship Id="rId3" Type="http://schemas.openxmlformats.org/officeDocument/2006/relationships/hyperlink" Target="https://www.mesta-automation.com/standard-colors-on-hmi/" TargetMode="External"/><Relationship Id="rId4" Type="http://schemas.openxmlformats.org/officeDocument/2006/relationships/hyperlink" Target="https://www.icsnh3.com/HTML/samples.html" TargetMode="External"/><Relationship Id="rId5" Type="http://schemas.openxmlformats.org/officeDocument/2006/relationships/hyperlink" Target="https://www.tdsthailand.com/product/list.php?si=57"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exels.com/photo/gray-concrete-bridge-on-river-near-mountain-8747814/"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realpars.com/blog/structured-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dderlogicworld.com/plc-manufacturers/"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dderlogicworld.com/plc-manufacturers/"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Fisher85M/status/1030976170181976064"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exels.com/photo/interior-of-empty-parking-lot-257636/"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pinguino/status/1125319478558855168" TargetMode="External"/><Relationship Id="rId3" Type="http://schemas.openxmlformats.org/officeDocument/2006/relationships/hyperlink" Target="https://www.kaspersky.com/enterprise-security/mitre/industroyer"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rellix.com/blogs/research/triton-malware-spearheads-latest-generation-of-attacks-on-industrial-systems1/" TargetMode="External"/><Relationship Id="rId3" Type="http://schemas.openxmlformats.org/officeDocument/2006/relationships/hyperlink" Target="https://medium.com/@SkyboxSecurity/triton-malware-can-remotely-target-critical-infrastructure-aeaf2fb60961"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xone.com/blog/analysis-of-the-pipedream-local-exploi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odrigocantera.com/inyeccion-de-paquetes-modbus-tcp-con-scapy/"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odrigocantera.com/inyeccion-de-paquetes-modbus-tcp-con-scapy/"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exels.com/photo/lit-skyscrapers-during-nighttime-597909/"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u="sng">
                <a:solidFill>
                  <a:schemeClr val="hlink"/>
                </a:solidFill>
                <a:hlinkClick r:id="rId2"/>
              </a:rPr>
              <a:t>Construction Site at Nighttime · Free Stock Photo (pexels.com)</a:t>
            </a:r>
            <a:endParaRPr/>
          </a:p>
        </p:txBody>
      </p:sp>
      <p:sp>
        <p:nvSpPr>
          <p:cNvPr id="358" name="Google Shape;35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Learn about SCADA and HMI Systems - Inst Tools (instrumentationtools.com)</a:t>
            </a:r>
            <a:endParaRPr/>
          </a:p>
          <a:p>
            <a:pPr indent="0" lvl="0" marL="0" rtl="0" algn="l">
              <a:spcBef>
                <a:spcPts val="0"/>
              </a:spcBef>
              <a:spcAft>
                <a:spcPts val="0"/>
              </a:spcAft>
              <a:buNone/>
            </a:pPr>
            <a:r>
              <a:rPr lang="en-US" u="sng">
                <a:solidFill>
                  <a:schemeClr val="hlink"/>
                </a:solidFill>
                <a:hlinkClick r:id="rId3"/>
              </a:rPr>
              <a:t>General aspects of Penetration Testing in ICS/SCADA – SafeByte</a:t>
            </a:r>
            <a:endParaRPr/>
          </a:p>
          <a:p>
            <a:pPr indent="0" lvl="0" marL="0" rtl="0" algn="l">
              <a:spcBef>
                <a:spcPts val="0"/>
              </a:spcBef>
              <a:spcAft>
                <a:spcPts val="0"/>
              </a:spcAft>
              <a:buNone/>
            </a:pPr>
            <a:r>
              <a:rPr lang="en-US" u="sng">
                <a:solidFill>
                  <a:schemeClr val="hlink"/>
                </a:solidFill>
                <a:hlinkClick r:id="rId4"/>
              </a:rPr>
              <a:t>An integrated testbed for locally monitoring SCADA systems in smart grids | Energy Informatics | Full Text (springeropen.com)</a:t>
            </a:r>
            <a:endParaRPr/>
          </a:p>
        </p:txBody>
      </p:sp>
      <p:sp>
        <p:nvSpPr>
          <p:cNvPr id="378" name="Google Shape;37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u="sng">
                <a:solidFill>
                  <a:schemeClr val="hlink"/>
                </a:solidFill>
                <a:hlinkClick r:id="rId2"/>
              </a:rPr>
              <a:t>Ensuring the Cybersecurity of Plant Industrial Control Systems (powermag.com)</a:t>
            </a:r>
            <a:endParaRPr/>
          </a:p>
        </p:txBody>
      </p:sp>
      <p:sp>
        <p:nvSpPr>
          <p:cNvPr id="388" name="Google Shape;3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u="sng">
                <a:solidFill>
                  <a:schemeClr val="hlink"/>
                </a:solidFill>
                <a:hlinkClick r:id="rId2"/>
              </a:rPr>
              <a:t>Low Angle Shot of Manufacturing Plant under Blue Sky · Free Stock Photo (pexels.com)</a:t>
            </a:r>
            <a:endParaRPr/>
          </a:p>
        </p:txBody>
      </p:sp>
      <p:sp>
        <p:nvSpPr>
          <p:cNvPr id="395" name="Google Shape;39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br>
              <a:rPr lang="en-US"/>
            </a:br>
            <a:r>
              <a:rPr lang="en-US" u="sng">
                <a:solidFill>
                  <a:schemeClr val="hlink"/>
                </a:solidFill>
                <a:hlinkClick r:id="rId2"/>
              </a:rPr>
              <a:t>Ladder Logic Basics - Ladder Logic World</a:t>
            </a:r>
            <a:endParaRPr/>
          </a:p>
        </p:txBody>
      </p:sp>
      <p:sp>
        <p:nvSpPr>
          <p:cNvPr id="403" name="Google Shape;40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Logic Gate: 7 Basic Logic Gates in Programmable Logic Device | MADPCB</a:t>
            </a:r>
            <a:endParaRPr/>
          </a:p>
        </p:txBody>
      </p:sp>
      <p:sp>
        <p:nvSpPr>
          <p:cNvPr id="413" name="Google Shape;41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Basics of Structured Text (ST) Programming | Examples &amp; Applications - RealPars</a:t>
            </a:r>
            <a:endParaRPr/>
          </a:p>
        </p:txBody>
      </p:sp>
      <p:sp>
        <p:nvSpPr>
          <p:cNvPr id="422" name="Google Shape;4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Logic Gate: 7 Basic Logic Gates in Programmable Logic Device | MADPCB</a:t>
            </a:r>
            <a:endParaRPr/>
          </a:p>
        </p:txBody>
      </p:sp>
      <p:sp>
        <p:nvSpPr>
          <p:cNvPr id="429" name="Google Shape;4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Logic Gate: 7 Basic Logic Gates in Programmable Logic Device | MADPCB</a:t>
            </a:r>
            <a:endParaRPr/>
          </a:p>
        </p:txBody>
      </p:sp>
      <p:sp>
        <p:nvSpPr>
          <p:cNvPr id="439" name="Google Shape;43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u="sng">
                <a:solidFill>
                  <a:schemeClr val="hlink"/>
                </a:solidFill>
                <a:hlinkClick r:id="rId2"/>
              </a:rPr>
              <a:t>Huge cooling towers in nuclear power plant · Free Stock Photo (pexels.com)</a:t>
            </a:r>
            <a:endParaRPr/>
          </a:p>
        </p:txBody>
      </p:sp>
      <p:sp>
        <p:nvSpPr>
          <p:cNvPr id="449" name="Google Shape;44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Remote Terminal Unit - an overview | ScienceDirect Topics</a:t>
            </a:r>
            <a:endParaRPr/>
          </a:p>
        </p:txBody>
      </p:sp>
      <p:sp>
        <p:nvSpPr>
          <p:cNvPr id="464" name="Google Shape;46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u="sng">
                <a:solidFill>
                  <a:schemeClr val="hlink"/>
                </a:solidFill>
                <a:hlinkClick r:id="rId2"/>
              </a:rPr>
              <a:t>Free stock photo of aerial, aerial shot, battery, bird eye view, california, clean, clean energy, communications, connected grid, drone footage, drone photography, drone view, eco friendly, economy, electric grid, electric infrastructure, electricity, electricity network, energy generation, energy park, energy sector, environmental technology, evening light, generator, high voltage, high voltage tower, industrial power, industry, innovation, landscape images, open field, outdoor, photovoltaic, power, power energy, power in nature, power lines, power structure, power supply, power transmission, pylons, renewable energy, renewables, shadows, silhouette, skyline, solar, solar energy, solar energy plant, solar panel, solar power station, substation, sun energy, sunlight, sunset, sunset energy, sunset silhouette, sustainable resources, technology, transmission lines, twilight, usa, wire (pexels.com)</a:t>
            </a:r>
            <a:endParaRPr/>
          </a:p>
        </p:txBody>
      </p:sp>
      <p:sp>
        <p:nvSpPr>
          <p:cNvPr id="471" name="Google Shape;47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x.com/SergiuSechel/status/1109405451572133888</a:t>
            </a:r>
            <a:endParaRPr/>
          </a:p>
          <a:p>
            <a:pPr indent="0" lvl="0" marL="0" rtl="0" algn="l">
              <a:spcBef>
                <a:spcPts val="0"/>
              </a:spcBef>
              <a:spcAft>
                <a:spcPts val="0"/>
              </a:spcAft>
              <a:buNone/>
            </a:pPr>
            <a:r>
              <a:rPr lang="en-US" u="sng">
                <a:solidFill>
                  <a:schemeClr val="hlink"/>
                </a:solidFill>
                <a:hlinkClick r:id="rId3"/>
              </a:rPr>
              <a:t>Standard colors on HMI – Mesta Automation (mesta-automation.com)</a:t>
            </a:r>
            <a:endParaRPr/>
          </a:p>
          <a:p>
            <a:pPr indent="0" lvl="0" marL="0" rtl="0" algn="l">
              <a:spcBef>
                <a:spcPts val="0"/>
              </a:spcBef>
              <a:spcAft>
                <a:spcPts val="0"/>
              </a:spcAft>
              <a:buNone/>
            </a:pPr>
            <a:r>
              <a:rPr lang="en-US" u="sng">
                <a:solidFill>
                  <a:schemeClr val="hlink"/>
                </a:solidFill>
                <a:hlinkClick r:id="rId4"/>
              </a:rPr>
              <a:t>HMI Samples (icsnh3.com)</a:t>
            </a:r>
            <a:endParaRPr/>
          </a:p>
          <a:p>
            <a:pPr indent="0" lvl="0" marL="0" rtl="0" algn="l">
              <a:spcBef>
                <a:spcPts val="0"/>
              </a:spcBef>
              <a:spcAft>
                <a:spcPts val="0"/>
              </a:spcAft>
              <a:buNone/>
            </a:pPr>
            <a:r>
              <a:rPr lang="en-US" u="sng">
                <a:solidFill>
                  <a:schemeClr val="hlink"/>
                </a:solidFill>
                <a:hlinkClick r:id="rId5"/>
              </a:rPr>
              <a:t>EMERSON / Movicon SCADA / Movicon.next (tdsthailand.com)</a:t>
            </a:r>
            <a:endParaRPr/>
          </a:p>
        </p:txBody>
      </p:sp>
      <p:sp>
        <p:nvSpPr>
          <p:cNvPr id="486" name="Google Shape;48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u="sng">
                <a:solidFill>
                  <a:schemeClr val="hlink"/>
                </a:solidFill>
                <a:hlinkClick r:id="rId2"/>
              </a:rPr>
              <a:t>Gray Concrete Bridge on River Near Mountain · Free Stock Photo (pexels.com)</a:t>
            </a:r>
            <a:endParaRPr/>
          </a:p>
        </p:txBody>
      </p:sp>
      <p:sp>
        <p:nvSpPr>
          <p:cNvPr id="496" name="Google Shape;49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Basics of Structured Text (ST) Programming | Examples &amp; Applications - RealPars</a:t>
            </a:r>
            <a:endParaRPr/>
          </a:p>
        </p:txBody>
      </p:sp>
      <p:sp>
        <p:nvSpPr>
          <p:cNvPr id="504" name="Google Shape;50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PLC Manufacturers: The Latest PLC Brands, Rankings &amp; Revenues - Ladder Logic World</a:t>
            </a:r>
            <a:endParaRPr/>
          </a:p>
        </p:txBody>
      </p:sp>
      <p:sp>
        <p:nvSpPr>
          <p:cNvPr id="511" name="Google Shape;51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a:t>Discord</a:t>
            </a:r>
            <a:endParaRPr/>
          </a:p>
        </p:txBody>
      </p:sp>
      <p:sp>
        <p:nvSpPr>
          <p:cNvPr id="519" name="Google Shape;5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PLC Manufacturers: The Latest PLC Brands, Rankings &amp; Revenues - Ladder Logic World</a:t>
            </a:r>
            <a:endParaRPr/>
          </a:p>
        </p:txBody>
      </p:sp>
      <p:sp>
        <p:nvSpPr>
          <p:cNvPr id="527" name="Google Shape;52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X</a:t>
            </a:r>
            <a:endParaRPr/>
          </a:p>
        </p:txBody>
      </p:sp>
      <p:sp>
        <p:nvSpPr>
          <p:cNvPr id="534" name="Google Shape;53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u="sng">
                <a:solidFill>
                  <a:schemeClr val="hlink"/>
                </a:solidFill>
                <a:hlinkClick r:id="rId2"/>
              </a:rPr>
              <a:t>Interior of Empty Parking Lot · Free Stock Photo (pexels.com)</a:t>
            </a:r>
            <a:endParaRPr/>
          </a:p>
        </p:txBody>
      </p:sp>
      <p:sp>
        <p:nvSpPr>
          <p:cNvPr id="542" name="Google Shape;54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X</a:t>
            </a:r>
            <a:endParaRPr/>
          </a:p>
          <a:p>
            <a:pPr indent="0" lvl="0" marL="0" rtl="0" algn="l">
              <a:spcBef>
                <a:spcPts val="0"/>
              </a:spcBef>
              <a:spcAft>
                <a:spcPts val="0"/>
              </a:spcAft>
              <a:buNone/>
            </a:pPr>
            <a:r>
              <a:rPr lang="en-US" u="sng">
                <a:solidFill>
                  <a:schemeClr val="hlink"/>
                </a:solidFill>
                <a:hlinkClick r:id="rId3"/>
              </a:rPr>
              <a:t>ATT&amp;CK for ICS: Industroyer | Kaspersky</a:t>
            </a:r>
            <a:endParaRPr/>
          </a:p>
        </p:txBody>
      </p:sp>
      <p:sp>
        <p:nvSpPr>
          <p:cNvPr id="550" name="Google Shape;55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Triton Malware Spearheads Latest Attacks on Industrial Systems | McAfee Blogs (trellix.com)</a:t>
            </a:r>
            <a:endParaRPr/>
          </a:p>
          <a:p>
            <a:pPr indent="0" lvl="0" marL="0" rtl="0" algn="l">
              <a:spcBef>
                <a:spcPts val="0"/>
              </a:spcBef>
              <a:spcAft>
                <a:spcPts val="0"/>
              </a:spcAft>
              <a:buNone/>
            </a:pPr>
            <a:r>
              <a:rPr lang="en-US" u="sng">
                <a:solidFill>
                  <a:schemeClr val="hlink"/>
                </a:solidFill>
                <a:hlinkClick r:id="rId3"/>
              </a:rPr>
              <a:t>Triton Malware Can Remotely Target Critical Infrastructure | by Skybox Security | Medium</a:t>
            </a:r>
            <a:endParaRPr/>
          </a:p>
        </p:txBody>
      </p:sp>
      <p:sp>
        <p:nvSpPr>
          <p:cNvPr id="559" name="Google Shape;55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u="sng">
                <a:solidFill>
                  <a:schemeClr val="hlink"/>
                </a:solidFill>
                <a:hlinkClick r:id="rId2"/>
              </a:rPr>
              <a:t>PIPEDREAM Malware: An analysis of Local Exploit (txone.com)</a:t>
            </a:r>
            <a:endParaRPr/>
          </a:p>
        </p:txBody>
      </p:sp>
      <p:sp>
        <p:nvSpPr>
          <p:cNvPr id="569" name="Google Shape;56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a:t>https://www.youtube.com/watch?v=8ThgK1WXUgk</a:t>
            </a:r>
            <a:endParaRPr/>
          </a:p>
        </p:txBody>
      </p:sp>
      <p:sp>
        <p:nvSpPr>
          <p:cNvPr id="592" name="Google Shape;59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u="sng">
                <a:solidFill>
                  <a:schemeClr val="hlink"/>
                </a:solidFill>
                <a:hlinkClick r:id="rId2"/>
              </a:rPr>
              <a:t>Modbus TCP Packet Injection with Scapy - Rodrigo Cantera</a:t>
            </a:r>
            <a:endParaRPr/>
          </a:p>
        </p:txBody>
      </p:sp>
      <p:sp>
        <p:nvSpPr>
          <p:cNvPr id="599" name="Google Shape;59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u="sng">
                <a:solidFill>
                  <a:schemeClr val="hlink"/>
                </a:solidFill>
                <a:hlinkClick r:id="rId2"/>
              </a:rPr>
              <a:t>Modbus TCP Packet Injection with Scapy - Rodrigo Cantera</a:t>
            </a:r>
            <a:endParaRPr/>
          </a:p>
        </p:txBody>
      </p:sp>
      <p:sp>
        <p:nvSpPr>
          <p:cNvPr id="606" name="Google Shape;60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a:t>
            </a:r>
            <a:endParaRPr/>
          </a:p>
          <a:p>
            <a:pPr indent="0" lvl="0" marL="0" rtl="0" algn="l">
              <a:spcBef>
                <a:spcPts val="0"/>
              </a:spcBef>
              <a:spcAft>
                <a:spcPts val="0"/>
              </a:spcAft>
              <a:buNone/>
            </a:pPr>
            <a:r>
              <a:rPr lang="en-US" u="sng">
                <a:solidFill>
                  <a:schemeClr val="hlink"/>
                </a:solidFill>
                <a:hlinkClick r:id="rId2"/>
              </a:rPr>
              <a:t>Lit Skyscrapers during Nighttime · Free Stock Photo (pexels.com)</a:t>
            </a:r>
            <a:endParaRPr/>
          </a:p>
        </p:txBody>
      </p:sp>
      <p:sp>
        <p:nvSpPr>
          <p:cNvPr id="613" name="Google Shape;61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_5">
  <p:cSld name="Presentation Title_5">
    <p:bg>
      <p:bgPr>
        <a:solidFill>
          <a:schemeClr val="dk1"/>
        </a:solidFill>
      </p:bgPr>
    </p:bg>
    <p:spTree>
      <p:nvGrpSpPr>
        <p:cNvPr id="15" name="Shape 15"/>
        <p:cNvGrpSpPr/>
        <p:nvPr/>
      </p:nvGrpSpPr>
      <p:grpSpPr>
        <a:xfrm>
          <a:off x="0" y="0"/>
          <a:ext cx="0" cy="0"/>
          <a:chOff x="0" y="0"/>
          <a:chExt cx="0" cy="0"/>
        </a:xfrm>
      </p:grpSpPr>
      <p:sp>
        <p:nvSpPr>
          <p:cNvPr id="16" name="Google Shape;16;p34"/>
          <p:cNvSpPr/>
          <p:nvPr>
            <p:ph idx="2" type="pic"/>
          </p:nvPr>
        </p:nvSpPr>
        <p:spPr>
          <a:xfrm>
            <a:off x="0" y="0"/>
            <a:ext cx="12192001" cy="6858000"/>
          </a:xfrm>
          <a:prstGeom prst="rect">
            <a:avLst/>
          </a:prstGeom>
          <a:solidFill>
            <a:srgbClr val="012F62"/>
          </a:solidFill>
          <a:ln>
            <a:noFill/>
          </a:ln>
        </p:spPr>
      </p:sp>
      <p:sp>
        <p:nvSpPr>
          <p:cNvPr id="17" name="Google Shape;17;p34"/>
          <p:cNvSpPr txBox="1"/>
          <p:nvPr>
            <p:ph idx="1" type="body"/>
          </p:nvPr>
        </p:nvSpPr>
        <p:spPr>
          <a:xfrm>
            <a:off x="1524000" y="5286196"/>
            <a:ext cx="4179375" cy="35646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Clr>
                <a:schemeClr val="lt1"/>
              </a:buClr>
              <a:buSzPts val="1800"/>
              <a:buNone/>
              <a:defRPr b="1" i="0"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8" name="Google Shape;18;p34"/>
          <p:cNvSpPr txBox="1"/>
          <p:nvPr>
            <p:ph type="ctrTitle"/>
          </p:nvPr>
        </p:nvSpPr>
        <p:spPr>
          <a:xfrm>
            <a:off x="1524000" y="2715790"/>
            <a:ext cx="4179376" cy="23876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lt1"/>
              </a:buClr>
              <a:buSzPts val="4800"/>
              <a:buFont typeface="Arial"/>
              <a:buNone/>
              <a:defRPr b="0" i="0" sz="48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9" name="Google Shape;19;p34"/>
          <p:cNvCxnSpPr/>
          <p:nvPr/>
        </p:nvCxnSpPr>
        <p:spPr>
          <a:xfrm>
            <a:off x="0" y="5992966"/>
            <a:ext cx="121920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ontent_1">
  <p:cSld name="Image and Content_1">
    <p:spTree>
      <p:nvGrpSpPr>
        <p:cNvPr id="20" name="Shape 20"/>
        <p:cNvGrpSpPr/>
        <p:nvPr/>
      </p:nvGrpSpPr>
      <p:grpSpPr>
        <a:xfrm>
          <a:off x="0" y="0"/>
          <a:ext cx="0" cy="0"/>
          <a:chOff x="0" y="0"/>
          <a:chExt cx="0" cy="0"/>
        </a:xfrm>
      </p:grpSpPr>
      <p:sp>
        <p:nvSpPr>
          <p:cNvPr id="21" name="Google Shape;2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35"/>
          <p:cNvSpPr/>
          <p:nvPr>
            <p:ph idx="2" type="pic"/>
          </p:nvPr>
        </p:nvSpPr>
        <p:spPr>
          <a:xfrm>
            <a:off x="6993359" y="1"/>
            <a:ext cx="5198641" cy="6858002"/>
          </a:xfrm>
          <a:prstGeom prst="rect">
            <a:avLst/>
          </a:prstGeom>
          <a:solidFill>
            <a:srgbClr val="012F62"/>
          </a:solidFill>
          <a:ln>
            <a:noFill/>
          </a:ln>
        </p:spPr>
      </p:sp>
      <p:sp>
        <p:nvSpPr>
          <p:cNvPr id="25" name="Google Shape;25;p35"/>
          <p:cNvSpPr txBox="1"/>
          <p:nvPr>
            <p:ph type="ctrTitle"/>
          </p:nvPr>
        </p:nvSpPr>
        <p:spPr>
          <a:xfrm>
            <a:off x="1648661" y="339645"/>
            <a:ext cx="4890577"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500"/>
              <a:buFont typeface="Arial"/>
              <a:buNone/>
              <a:defRPr b="0" i="0" sz="45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5"/>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dk1"/>
              </a:buClr>
              <a:buSzPts val="1600"/>
              <a:buNone/>
              <a:defRPr sz="1600">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1600"/>
              <a:buNone/>
              <a:defRPr sz="1600">
                <a:latin typeface="Calibri"/>
                <a:ea typeface="Calibri"/>
                <a:cs typeface="Calibri"/>
                <a:sym typeface="Calibri"/>
              </a:defRPr>
            </a:lvl2pPr>
            <a:lvl3pPr indent="-228600" lvl="2" marL="1371600" algn="l">
              <a:lnSpc>
                <a:spcPct val="100000"/>
              </a:lnSpc>
              <a:spcBef>
                <a:spcPts val="500"/>
              </a:spcBef>
              <a:spcAft>
                <a:spcPts val="0"/>
              </a:spcAft>
              <a:buClr>
                <a:schemeClr val="dk1"/>
              </a:buClr>
              <a:buSzPts val="1600"/>
              <a:buNone/>
              <a:defRPr sz="1600">
                <a:latin typeface="Calibri"/>
                <a:ea typeface="Calibri"/>
                <a:cs typeface="Calibri"/>
                <a:sym typeface="Calibri"/>
              </a:defRPr>
            </a:lvl3pPr>
            <a:lvl4pPr indent="-228600" lvl="3" marL="1828800" algn="l">
              <a:lnSpc>
                <a:spcPct val="100000"/>
              </a:lnSpc>
              <a:spcBef>
                <a:spcPts val="500"/>
              </a:spcBef>
              <a:spcAft>
                <a:spcPts val="0"/>
              </a:spcAft>
              <a:buClr>
                <a:schemeClr val="dk1"/>
              </a:buClr>
              <a:buSzPts val="1600"/>
              <a:buNone/>
              <a:defRPr sz="1600">
                <a:latin typeface="Calibri"/>
                <a:ea typeface="Calibri"/>
                <a:cs typeface="Calibri"/>
                <a:sym typeface="Calibri"/>
              </a:defRPr>
            </a:lvl4pPr>
            <a:lvl5pPr indent="-228600" lvl="4" marL="2286000" algn="l">
              <a:lnSpc>
                <a:spcPct val="100000"/>
              </a:lnSpc>
              <a:spcBef>
                <a:spcPts val="500"/>
              </a:spcBef>
              <a:spcAft>
                <a:spcPts val="0"/>
              </a:spcAft>
              <a:buClr>
                <a:schemeClr val="dk1"/>
              </a:buClr>
              <a:buSzPts val="1600"/>
              <a:buNone/>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7" name="Google Shape;27;p35"/>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28" name="Google Shape;28;p35"/>
          <p:cNvCxnSpPr/>
          <p:nvPr/>
        </p:nvCxnSpPr>
        <p:spPr>
          <a:xfrm>
            <a:off x="1134319"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_1">
  <p:cSld name="Title and Content_1">
    <p:spTree>
      <p:nvGrpSpPr>
        <p:cNvPr id="29" name="Shape 29"/>
        <p:cNvGrpSpPr/>
        <p:nvPr/>
      </p:nvGrpSpPr>
      <p:grpSpPr>
        <a:xfrm>
          <a:off x="0" y="0"/>
          <a:ext cx="0" cy="0"/>
          <a:chOff x="0" y="0"/>
          <a:chExt cx="0" cy="0"/>
        </a:xfrm>
      </p:grpSpPr>
      <p:sp>
        <p:nvSpPr>
          <p:cNvPr id="30" name="Google Shape;30;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36"/>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500"/>
              <a:buFont typeface="Arial"/>
              <a:buNone/>
              <a:defRPr b="0" i="0" sz="45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6"/>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dk1"/>
              </a:buClr>
              <a:buSzPts val="1600"/>
              <a:buNone/>
              <a:defRPr sz="1600">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1600"/>
              <a:buNone/>
              <a:defRPr sz="1600">
                <a:latin typeface="Calibri"/>
                <a:ea typeface="Calibri"/>
                <a:cs typeface="Calibri"/>
                <a:sym typeface="Calibri"/>
              </a:defRPr>
            </a:lvl2pPr>
            <a:lvl3pPr indent="-228600" lvl="2" marL="1371600" algn="l">
              <a:lnSpc>
                <a:spcPct val="100000"/>
              </a:lnSpc>
              <a:spcBef>
                <a:spcPts val="500"/>
              </a:spcBef>
              <a:spcAft>
                <a:spcPts val="0"/>
              </a:spcAft>
              <a:buClr>
                <a:schemeClr val="dk1"/>
              </a:buClr>
              <a:buSzPts val="1600"/>
              <a:buNone/>
              <a:defRPr sz="1600">
                <a:latin typeface="Calibri"/>
                <a:ea typeface="Calibri"/>
                <a:cs typeface="Calibri"/>
                <a:sym typeface="Calibri"/>
              </a:defRPr>
            </a:lvl3pPr>
            <a:lvl4pPr indent="-228600" lvl="3" marL="1828800" algn="l">
              <a:lnSpc>
                <a:spcPct val="100000"/>
              </a:lnSpc>
              <a:spcBef>
                <a:spcPts val="500"/>
              </a:spcBef>
              <a:spcAft>
                <a:spcPts val="0"/>
              </a:spcAft>
              <a:buClr>
                <a:schemeClr val="dk1"/>
              </a:buClr>
              <a:buSzPts val="1600"/>
              <a:buNone/>
              <a:defRPr sz="1600">
                <a:latin typeface="Calibri"/>
                <a:ea typeface="Calibri"/>
                <a:cs typeface="Calibri"/>
                <a:sym typeface="Calibri"/>
              </a:defRPr>
            </a:lvl4pPr>
            <a:lvl5pPr indent="-228600" lvl="4" marL="2286000" algn="l">
              <a:lnSpc>
                <a:spcPct val="100000"/>
              </a:lnSpc>
              <a:spcBef>
                <a:spcPts val="500"/>
              </a:spcBef>
              <a:spcAft>
                <a:spcPts val="0"/>
              </a:spcAft>
              <a:buClr>
                <a:schemeClr val="dk1"/>
              </a:buClr>
              <a:buSzPts val="1600"/>
              <a:buNone/>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5" name="Google Shape;35;p36"/>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36" name="Google Shape;36;p36"/>
          <p:cNvCxnSpPr/>
          <p:nvPr/>
        </p:nvCxnSpPr>
        <p:spPr>
          <a:xfrm>
            <a:off x="1134319"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ontent_4">
  <p:cSld name="Image and Content_4">
    <p:bg>
      <p:bgPr>
        <a:solidFill>
          <a:srgbClr val="012F62"/>
        </a:solidFill>
      </p:bgPr>
    </p:bg>
    <p:spTree>
      <p:nvGrpSpPr>
        <p:cNvPr id="37" name="Shape 37"/>
        <p:cNvGrpSpPr/>
        <p:nvPr/>
      </p:nvGrpSpPr>
      <p:grpSpPr>
        <a:xfrm>
          <a:off x="0" y="0"/>
          <a:ext cx="0" cy="0"/>
          <a:chOff x="0" y="0"/>
          <a:chExt cx="0" cy="0"/>
        </a:xfrm>
      </p:grpSpPr>
      <p:sp>
        <p:nvSpPr>
          <p:cNvPr id="38" name="Google Shape;38;p37"/>
          <p:cNvSpPr/>
          <p:nvPr>
            <p:ph idx="2" type="pic"/>
          </p:nvPr>
        </p:nvSpPr>
        <p:spPr>
          <a:xfrm>
            <a:off x="1134319" y="1"/>
            <a:ext cx="11057681" cy="6858002"/>
          </a:xfrm>
          <a:prstGeom prst="rect">
            <a:avLst/>
          </a:prstGeom>
          <a:solidFill>
            <a:srgbClr val="012F62"/>
          </a:solidFill>
          <a:ln>
            <a:noFill/>
          </a:ln>
        </p:spPr>
      </p:sp>
      <p:sp>
        <p:nvSpPr>
          <p:cNvPr id="39" name="Google Shape;39;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p37"/>
          <p:cNvSpPr txBox="1"/>
          <p:nvPr>
            <p:ph type="ctrTitle"/>
          </p:nvPr>
        </p:nvSpPr>
        <p:spPr>
          <a:xfrm>
            <a:off x="1648661" y="339645"/>
            <a:ext cx="4890577"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lt1"/>
              </a:buClr>
              <a:buSzPts val="4500"/>
              <a:buFont typeface="Arial"/>
              <a:buNone/>
              <a:defRPr b="0" i="0" sz="45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7"/>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2pPr>
            <a:lvl3pPr indent="-228600" lvl="2" marL="13716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3pPr>
            <a:lvl4pPr indent="-228600" lvl="3" marL="18288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4pPr>
            <a:lvl5pPr indent="-228600" lvl="4" marL="22860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4" name="Google Shape;44;p37"/>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45" name="Google Shape;45;p37"/>
          <p:cNvCxnSpPr/>
          <p:nvPr/>
        </p:nvCxnSpPr>
        <p:spPr>
          <a:xfrm>
            <a:off x="1124487" y="0"/>
            <a:ext cx="0" cy="685800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_1">
  <p:cSld name="Comparison_1">
    <p:spTree>
      <p:nvGrpSpPr>
        <p:cNvPr id="46" name="Shape 46"/>
        <p:cNvGrpSpPr/>
        <p:nvPr/>
      </p:nvGrpSpPr>
      <p:grpSpPr>
        <a:xfrm>
          <a:off x="0" y="0"/>
          <a:ext cx="0" cy="0"/>
          <a:chOff x="0" y="0"/>
          <a:chExt cx="0" cy="0"/>
        </a:xfrm>
      </p:grpSpPr>
      <p:sp>
        <p:nvSpPr>
          <p:cNvPr id="47" name="Google Shape;47;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0" name="Google Shape;50;p38"/>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500"/>
              <a:buFont typeface="Arial"/>
              <a:buNone/>
              <a:defRPr b="0" i="0" sz="45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51" name="Google Shape;51;p38"/>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52" name="Google Shape;52;p38"/>
          <p:cNvCxnSpPr/>
          <p:nvPr/>
        </p:nvCxnSpPr>
        <p:spPr>
          <a:xfrm>
            <a:off x="1134319" y="0"/>
            <a:ext cx="0" cy="6858000"/>
          </a:xfrm>
          <a:prstGeom prst="straightConnector1">
            <a:avLst/>
          </a:prstGeom>
          <a:noFill/>
          <a:ln cap="flat" cmpd="sng" w="12700">
            <a:solidFill>
              <a:schemeClr val="dk1"/>
            </a:solidFill>
            <a:prstDash val="solid"/>
            <a:miter lim="800000"/>
            <a:headEnd len="sm" w="sm" type="none"/>
            <a:tailEnd len="sm" w="sm" type="none"/>
          </a:ln>
        </p:spPr>
      </p:cxnSp>
      <p:sp>
        <p:nvSpPr>
          <p:cNvPr id="53" name="Google Shape;53;p38"/>
          <p:cNvSpPr txBox="1"/>
          <p:nvPr>
            <p:ph idx="1" type="body"/>
          </p:nvPr>
        </p:nvSpPr>
        <p:spPr>
          <a:xfrm>
            <a:off x="1627321" y="2330824"/>
            <a:ext cx="4693727" cy="3846139"/>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chemeClr val="dk1"/>
              </a:buClr>
              <a:buSzPts val="1600"/>
              <a:buChar char="•"/>
              <a:defRPr sz="1600">
                <a:latin typeface="Calibri"/>
                <a:ea typeface="Calibri"/>
                <a:cs typeface="Calibri"/>
                <a:sym typeface="Calibri"/>
              </a:defRPr>
            </a:lvl1pPr>
            <a:lvl2pPr indent="-330200" lvl="1" marL="914400" algn="l">
              <a:lnSpc>
                <a:spcPct val="100000"/>
              </a:lnSpc>
              <a:spcBef>
                <a:spcPts val="500"/>
              </a:spcBef>
              <a:spcAft>
                <a:spcPts val="0"/>
              </a:spcAft>
              <a:buClr>
                <a:schemeClr val="dk1"/>
              </a:buClr>
              <a:buSzPts val="1600"/>
              <a:buChar char="•"/>
              <a:defRPr sz="1600">
                <a:latin typeface="Calibri"/>
                <a:ea typeface="Calibri"/>
                <a:cs typeface="Calibri"/>
                <a:sym typeface="Calibri"/>
              </a:defRPr>
            </a:lvl2pPr>
            <a:lvl3pPr indent="-330200" lvl="2" marL="1371600" algn="l">
              <a:lnSpc>
                <a:spcPct val="100000"/>
              </a:lnSpc>
              <a:spcBef>
                <a:spcPts val="500"/>
              </a:spcBef>
              <a:spcAft>
                <a:spcPts val="0"/>
              </a:spcAft>
              <a:buClr>
                <a:schemeClr val="dk1"/>
              </a:buClr>
              <a:buSzPts val="1600"/>
              <a:buChar char="•"/>
              <a:defRPr sz="1600">
                <a:latin typeface="Calibri"/>
                <a:ea typeface="Calibri"/>
                <a:cs typeface="Calibri"/>
                <a:sym typeface="Calibri"/>
              </a:defRPr>
            </a:lvl3pPr>
            <a:lvl4pPr indent="-330200" lvl="3" marL="1828800" algn="l">
              <a:lnSpc>
                <a:spcPct val="100000"/>
              </a:lnSpc>
              <a:spcBef>
                <a:spcPts val="50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00000"/>
              </a:lnSpc>
              <a:spcBef>
                <a:spcPts val="50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38"/>
          <p:cNvSpPr txBox="1"/>
          <p:nvPr>
            <p:ph idx="2" type="body"/>
          </p:nvPr>
        </p:nvSpPr>
        <p:spPr>
          <a:xfrm>
            <a:off x="7067963" y="2330824"/>
            <a:ext cx="4693727" cy="3846139"/>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chemeClr val="dk1"/>
              </a:buClr>
              <a:buSzPts val="1600"/>
              <a:buChar char="•"/>
              <a:defRPr sz="1600">
                <a:latin typeface="Calibri"/>
                <a:ea typeface="Calibri"/>
                <a:cs typeface="Calibri"/>
                <a:sym typeface="Calibri"/>
              </a:defRPr>
            </a:lvl1pPr>
            <a:lvl2pPr indent="-330200" lvl="1" marL="914400" algn="l">
              <a:lnSpc>
                <a:spcPct val="100000"/>
              </a:lnSpc>
              <a:spcBef>
                <a:spcPts val="500"/>
              </a:spcBef>
              <a:spcAft>
                <a:spcPts val="0"/>
              </a:spcAft>
              <a:buClr>
                <a:schemeClr val="dk1"/>
              </a:buClr>
              <a:buSzPts val="1600"/>
              <a:buChar char="•"/>
              <a:defRPr sz="1600">
                <a:latin typeface="Calibri"/>
                <a:ea typeface="Calibri"/>
                <a:cs typeface="Calibri"/>
                <a:sym typeface="Calibri"/>
              </a:defRPr>
            </a:lvl2pPr>
            <a:lvl3pPr indent="-330200" lvl="2" marL="1371600" algn="l">
              <a:lnSpc>
                <a:spcPct val="100000"/>
              </a:lnSpc>
              <a:spcBef>
                <a:spcPts val="500"/>
              </a:spcBef>
              <a:spcAft>
                <a:spcPts val="0"/>
              </a:spcAft>
              <a:buClr>
                <a:schemeClr val="dk1"/>
              </a:buClr>
              <a:buSzPts val="1600"/>
              <a:buChar char="•"/>
              <a:defRPr sz="1600">
                <a:latin typeface="Calibri"/>
                <a:ea typeface="Calibri"/>
                <a:cs typeface="Calibri"/>
                <a:sym typeface="Calibri"/>
              </a:defRPr>
            </a:lvl3pPr>
            <a:lvl4pPr indent="-330200" lvl="3" marL="1828800" algn="l">
              <a:lnSpc>
                <a:spcPct val="100000"/>
              </a:lnSpc>
              <a:spcBef>
                <a:spcPts val="50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00000"/>
              </a:lnSpc>
              <a:spcBef>
                <a:spcPts val="50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38"/>
          <p:cNvSpPr txBox="1"/>
          <p:nvPr>
            <p:ph idx="3" type="body"/>
          </p:nvPr>
        </p:nvSpPr>
        <p:spPr>
          <a:xfrm>
            <a:off x="1627322" y="1468740"/>
            <a:ext cx="4672156"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b="1" sz="28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38"/>
          <p:cNvSpPr txBox="1"/>
          <p:nvPr>
            <p:ph idx="4" type="body"/>
          </p:nvPr>
        </p:nvSpPr>
        <p:spPr>
          <a:xfrm>
            <a:off x="7067963" y="1468740"/>
            <a:ext cx="4695165"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b="1" sz="28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Caption_4">
  <p:cSld name="Content w/Caption_4">
    <p:spTree>
      <p:nvGrpSpPr>
        <p:cNvPr id="57" name="Shape 57"/>
        <p:cNvGrpSpPr/>
        <p:nvPr/>
      </p:nvGrpSpPr>
      <p:grpSpPr>
        <a:xfrm>
          <a:off x="0" y="0"/>
          <a:ext cx="0" cy="0"/>
          <a:chOff x="0" y="0"/>
          <a:chExt cx="0" cy="0"/>
        </a:xfrm>
      </p:grpSpPr>
      <p:sp>
        <p:nvSpPr>
          <p:cNvPr id="58" name="Google Shape;58;p39"/>
          <p:cNvSpPr/>
          <p:nvPr>
            <p:ph idx="2" type="pic"/>
          </p:nvPr>
        </p:nvSpPr>
        <p:spPr>
          <a:xfrm>
            <a:off x="0" y="3482977"/>
            <a:ext cx="12192000" cy="3375025"/>
          </a:xfrm>
          <a:prstGeom prst="rect">
            <a:avLst/>
          </a:prstGeom>
          <a:solidFill>
            <a:srgbClr val="012F62"/>
          </a:solidFill>
          <a:ln>
            <a:noFill/>
          </a:ln>
        </p:spPr>
      </p:sp>
      <p:cxnSp>
        <p:nvCxnSpPr>
          <p:cNvPr id="59" name="Google Shape;59;p39"/>
          <p:cNvCxnSpPr/>
          <p:nvPr/>
        </p:nvCxnSpPr>
        <p:spPr>
          <a:xfrm>
            <a:off x="4961621" y="339644"/>
            <a:ext cx="0" cy="2806512"/>
          </a:xfrm>
          <a:prstGeom prst="straightConnector1">
            <a:avLst/>
          </a:prstGeom>
          <a:noFill/>
          <a:ln cap="flat" cmpd="sng" w="12700">
            <a:solidFill>
              <a:srgbClr val="262626"/>
            </a:solidFill>
            <a:prstDash val="solid"/>
            <a:miter lim="800000"/>
            <a:headEnd len="sm" w="sm" type="none"/>
            <a:tailEnd len="sm" w="sm" type="none"/>
          </a:ln>
        </p:spPr>
      </p:cxnSp>
      <p:sp>
        <p:nvSpPr>
          <p:cNvPr id="60" name="Google Shape;60;p39"/>
          <p:cNvSpPr txBox="1"/>
          <p:nvPr>
            <p:ph idx="1" type="body"/>
          </p:nvPr>
        </p:nvSpPr>
        <p:spPr>
          <a:xfrm>
            <a:off x="5351244" y="339644"/>
            <a:ext cx="6002556" cy="2806511"/>
          </a:xfrm>
          <a:prstGeom prst="rect">
            <a:avLst/>
          </a:prstGeom>
          <a:noFill/>
          <a:ln>
            <a:noFill/>
          </a:ln>
        </p:spPr>
        <p:txBody>
          <a:bodyPr anchorCtr="0" anchor="ctr" bIns="45700" lIns="91425" spcFirstLastPara="1" rIns="91425" wrap="square" tIns="45700">
            <a:normAutofit/>
          </a:bodyPr>
          <a:lstStyle>
            <a:lvl1pPr indent="-330200" lvl="0" marL="457200" algn="l">
              <a:lnSpc>
                <a:spcPct val="90000"/>
              </a:lnSpc>
              <a:spcBef>
                <a:spcPts val="1000"/>
              </a:spcBef>
              <a:spcAft>
                <a:spcPts val="0"/>
              </a:spcAft>
              <a:buClr>
                <a:schemeClr val="dk1"/>
              </a:buClr>
              <a:buSzPts val="1600"/>
              <a:buChar char="•"/>
              <a:defRPr sz="1600">
                <a:latin typeface="Calibri"/>
                <a:ea typeface="Calibri"/>
                <a:cs typeface="Calibri"/>
                <a:sym typeface="Calibri"/>
              </a:defRPr>
            </a:lvl1pPr>
            <a:lvl2pPr indent="-330200" lvl="1" marL="914400" algn="l">
              <a:lnSpc>
                <a:spcPct val="90000"/>
              </a:lnSpc>
              <a:spcBef>
                <a:spcPts val="500"/>
              </a:spcBef>
              <a:spcAft>
                <a:spcPts val="0"/>
              </a:spcAft>
              <a:buClr>
                <a:schemeClr val="dk1"/>
              </a:buClr>
              <a:buSzPts val="1600"/>
              <a:buChar char="•"/>
              <a:defRPr sz="1600">
                <a:latin typeface="Calibri"/>
                <a:ea typeface="Calibri"/>
                <a:cs typeface="Calibri"/>
                <a:sym typeface="Calibri"/>
              </a:defRPr>
            </a:lvl2pPr>
            <a:lvl3pPr indent="-330200" lvl="2" marL="1371600" algn="l">
              <a:lnSpc>
                <a:spcPct val="90000"/>
              </a:lnSpc>
              <a:spcBef>
                <a:spcPts val="500"/>
              </a:spcBef>
              <a:spcAft>
                <a:spcPts val="0"/>
              </a:spcAft>
              <a:buClr>
                <a:schemeClr val="dk1"/>
              </a:buClr>
              <a:buSzPts val="1600"/>
              <a:buChar char="•"/>
              <a:defRPr sz="1600">
                <a:latin typeface="Calibri"/>
                <a:ea typeface="Calibri"/>
                <a:cs typeface="Calibri"/>
                <a:sym typeface="Calibri"/>
              </a:defRPr>
            </a:lvl3pPr>
            <a:lvl4pPr indent="-330200" lvl="3" marL="1828800" algn="l">
              <a:lnSpc>
                <a:spcPct val="90000"/>
              </a:lnSpc>
              <a:spcBef>
                <a:spcPts val="50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90000"/>
              </a:lnSpc>
              <a:spcBef>
                <a:spcPts val="50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39"/>
          <p:cNvSpPr txBox="1"/>
          <p:nvPr>
            <p:ph type="ctrTitle"/>
          </p:nvPr>
        </p:nvSpPr>
        <p:spPr>
          <a:xfrm>
            <a:off x="392623" y="339644"/>
            <a:ext cx="4179376" cy="2806512"/>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rgbClr val="024793"/>
              </a:buClr>
              <a:buSzPts val="4800"/>
              <a:buFont typeface="Arial"/>
              <a:buNone/>
              <a:defRPr b="0" i="0" sz="48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_2">
  <p:cSld name="Presentation Title_2">
    <p:spTree>
      <p:nvGrpSpPr>
        <p:cNvPr id="62" name="Shape 62"/>
        <p:cNvGrpSpPr/>
        <p:nvPr/>
      </p:nvGrpSpPr>
      <p:grpSpPr>
        <a:xfrm>
          <a:off x="0" y="0"/>
          <a:ext cx="0" cy="0"/>
          <a:chOff x="0" y="0"/>
          <a:chExt cx="0" cy="0"/>
        </a:xfrm>
      </p:grpSpPr>
      <p:sp>
        <p:nvSpPr>
          <p:cNvPr id="63" name="Google Shape;63;p40"/>
          <p:cNvSpPr/>
          <p:nvPr>
            <p:ph idx="2" type="pic"/>
          </p:nvPr>
        </p:nvSpPr>
        <p:spPr>
          <a:xfrm>
            <a:off x="-2946" y="0"/>
            <a:ext cx="6098946" cy="6858000"/>
          </a:xfrm>
          <a:prstGeom prst="rect">
            <a:avLst/>
          </a:prstGeom>
          <a:solidFill>
            <a:srgbClr val="012F62"/>
          </a:solidFill>
          <a:ln>
            <a:noFill/>
          </a:ln>
        </p:spPr>
      </p:sp>
      <p:sp>
        <p:nvSpPr>
          <p:cNvPr id="64" name="Google Shape;64;p40"/>
          <p:cNvSpPr txBox="1"/>
          <p:nvPr>
            <p:ph idx="1" type="body"/>
          </p:nvPr>
        </p:nvSpPr>
        <p:spPr>
          <a:xfrm>
            <a:off x="6487905" y="5286196"/>
            <a:ext cx="4179375" cy="356462"/>
          </a:xfrm>
          <a:prstGeom prst="rect">
            <a:avLst/>
          </a:prstGeom>
          <a:noFill/>
          <a:ln>
            <a:noFill/>
          </a:ln>
        </p:spPr>
        <p:txBody>
          <a:bodyPr anchorCtr="0" anchor="t" bIns="45700" lIns="0" spcFirstLastPara="1" rIns="0" wrap="square" tIns="45700">
            <a:normAutofit/>
          </a:bodyPr>
          <a:lstStyle>
            <a:lvl1pPr indent="-228600" lvl="0" marL="457200" algn="r">
              <a:lnSpc>
                <a:spcPct val="90000"/>
              </a:lnSpc>
              <a:spcBef>
                <a:spcPts val="1000"/>
              </a:spcBef>
              <a:spcAft>
                <a:spcPts val="0"/>
              </a:spcAft>
              <a:buClr>
                <a:schemeClr val="dk1"/>
              </a:buClr>
              <a:buSzPts val="1800"/>
              <a:buNone/>
              <a:defRPr b="1" i="0" sz="18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5" name="Google Shape;65;p40"/>
          <p:cNvSpPr txBox="1"/>
          <p:nvPr>
            <p:ph type="ctrTitle"/>
          </p:nvPr>
        </p:nvSpPr>
        <p:spPr>
          <a:xfrm>
            <a:off x="6487905" y="2715790"/>
            <a:ext cx="4179376" cy="2387600"/>
          </a:xfrm>
          <a:prstGeom prst="rect">
            <a:avLst/>
          </a:prstGeom>
          <a:noFill/>
          <a:ln>
            <a:noFill/>
          </a:ln>
        </p:spPr>
        <p:txBody>
          <a:bodyPr anchorCtr="0" anchor="b" bIns="45700" lIns="0" spcFirstLastPara="1" rIns="0" wrap="square" tIns="45700">
            <a:normAutofit/>
          </a:bodyPr>
          <a:lstStyle>
            <a:lvl1pPr lvl="0" algn="r">
              <a:lnSpc>
                <a:spcPct val="90000"/>
              </a:lnSpc>
              <a:spcBef>
                <a:spcPts val="0"/>
              </a:spcBef>
              <a:spcAft>
                <a:spcPts val="0"/>
              </a:spcAft>
              <a:buClr>
                <a:srgbClr val="024793"/>
              </a:buClr>
              <a:buSzPts val="4800"/>
              <a:buFont typeface="Arial"/>
              <a:buNone/>
              <a:defRPr b="0" i="0" sz="48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66" name="Google Shape;66;p40"/>
          <p:cNvCxnSpPr/>
          <p:nvPr/>
        </p:nvCxnSpPr>
        <p:spPr>
          <a:xfrm>
            <a:off x="11057682"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_3">
  <p:cSld name="Presentation Title_3">
    <p:spTree>
      <p:nvGrpSpPr>
        <p:cNvPr id="67" name="Shape 67"/>
        <p:cNvGrpSpPr/>
        <p:nvPr/>
      </p:nvGrpSpPr>
      <p:grpSpPr>
        <a:xfrm>
          <a:off x="0" y="0"/>
          <a:ext cx="0" cy="0"/>
          <a:chOff x="0" y="0"/>
          <a:chExt cx="0" cy="0"/>
        </a:xfrm>
      </p:grpSpPr>
      <p:sp>
        <p:nvSpPr>
          <p:cNvPr id="68" name="Google Shape;68;p41"/>
          <p:cNvSpPr/>
          <p:nvPr>
            <p:ph idx="2" type="pic"/>
          </p:nvPr>
        </p:nvSpPr>
        <p:spPr>
          <a:xfrm>
            <a:off x="6093055" y="0"/>
            <a:ext cx="6098946" cy="6858000"/>
          </a:xfrm>
          <a:prstGeom prst="rect">
            <a:avLst/>
          </a:prstGeom>
          <a:solidFill>
            <a:srgbClr val="012F62"/>
          </a:solidFill>
          <a:ln>
            <a:noFill/>
          </a:ln>
        </p:spPr>
      </p:sp>
      <p:cxnSp>
        <p:nvCxnSpPr>
          <p:cNvPr id="69" name="Google Shape;69;p41"/>
          <p:cNvCxnSpPr/>
          <p:nvPr/>
        </p:nvCxnSpPr>
        <p:spPr>
          <a:xfrm>
            <a:off x="0" y="1720312"/>
            <a:ext cx="6093055" cy="0"/>
          </a:xfrm>
          <a:prstGeom prst="straightConnector1">
            <a:avLst/>
          </a:prstGeom>
          <a:noFill/>
          <a:ln cap="flat" cmpd="sng" w="12700">
            <a:solidFill>
              <a:schemeClr val="dk1"/>
            </a:solidFill>
            <a:prstDash val="solid"/>
            <a:miter lim="800000"/>
            <a:headEnd len="sm" w="sm" type="none"/>
            <a:tailEnd len="sm" w="sm" type="none"/>
          </a:ln>
        </p:spPr>
      </p:cxnSp>
      <p:sp>
        <p:nvSpPr>
          <p:cNvPr id="70" name="Google Shape;70;p41"/>
          <p:cNvSpPr txBox="1"/>
          <p:nvPr>
            <p:ph idx="1" type="body"/>
          </p:nvPr>
        </p:nvSpPr>
        <p:spPr>
          <a:xfrm>
            <a:off x="1524000" y="5286196"/>
            <a:ext cx="4179375" cy="35646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Clr>
                <a:schemeClr val="dk1"/>
              </a:buClr>
              <a:buSzPts val="1800"/>
              <a:buNone/>
              <a:defRPr b="1" i="0" sz="18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1" name="Google Shape;71;p41"/>
          <p:cNvSpPr txBox="1"/>
          <p:nvPr>
            <p:ph type="ctrTitle"/>
          </p:nvPr>
        </p:nvSpPr>
        <p:spPr>
          <a:xfrm>
            <a:off x="1524000" y="2715790"/>
            <a:ext cx="4179376" cy="23876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rgbClr val="024793"/>
              </a:buClr>
              <a:buSzPts val="4800"/>
              <a:buFont typeface="Arial"/>
              <a:buNone/>
              <a:defRPr b="0" i="0" sz="48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_4">
  <p:cSld name="Presentation Title_4">
    <p:bg>
      <p:bgPr>
        <a:solidFill>
          <a:srgbClr val="012F62"/>
        </a:solidFill>
      </p:bgPr>
    </p:bg>
    <p:spTree>
      <p:nvGrpSpPr>
        <p:cNvPr id="72" name="Shape 72"/>
        <p:cNvGrpSpPr/>
        <p:nvPr/>
      </p:nvGrpSpPr>
      <p:grpSpPr>
        <a:xfrm>
          <a:off x="0" y="0"/>
          <a:ext cx="0" cy="0"/>
          <a:chOff x="0" y="0"/>
          <a:chExt cx="0" cy="0"/>
        </a:xfrm>
      </p:grpSpPr>
      <p:sp>
        <p:nvSpPr>
          <p:cNvPr id="73" name="Google Shape;73;p42"/>
          <p:cNvSpPr/>
          <p:nvPr>
            <p:ph idx="2" type="pic"/>
          </p:nvPr>
        </p:nvSpPr>
        <p:spPr>
          <a:xfrm>
            <a:off x="1134319" y="0"/>
            <a:ext cx="11057681" cy="6858000"/>
          </a:xfrm>
          <a:prstGeom prst="rect">
            <a:avLst/>
          </a:prstGeom>
          <a:solidFill>
            <a:srgbClr val="012F62"/>
          </a:solidFill>
          <a:ln>
            <a:noFill/>
          </a:ln>
        </p:spPr>
      </p:sp>
      <p:cxnSp>
        <p:nvCxnSpPr>
          <p:cNvPr id="74" name="Google Shape;74;p42"/>
          <p:cNvCxnSpPr/>
          <p:nvPr/>
        </p:nvCxnSpPr>
        <p:spPr>
          <a:xfrm>
            <a:off x="1124487" y="0"/>
            <a:ext cx="0" cy="6858000"/>
          </a:xfrm>
          <a:prstGeom prst="straightConnector1">
            <a:avLst/>
          </a:prstGeom>
          <a:noFill/>
          <a:ln cap="flat" cmpd="sng" w="12700">
            <a:solidFill>
              <a:schemeClr val="lt1"/>
            </a:solidFill>
            <a:prstDash val="solid"/>
            <a:miter lim="800000"/>
            <a:headEnd len="sm" w="sm" type="none"/>
            <a:tailEnd len="sm" w="sm" type="none"/>
          </a:ln>
        </p:spPr>
      </p:cxnSp>
      <p:sp>
        <p:nvSpPr>
          <p:cNvPr id="75" name="Google Shape;75;p42"/>
          <p:cNvSpPr txBox="1"/>
          <p:nvPr>
            <p:ph idx="1" type="body"/>
          </p:nvPr>
        </p:nvSpPr>
        <p:spPr>
          <a:xfrm>
            <a:off x="1524000" y="5286196"/>
            <a:ext cx="4179375" cy="35646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Clr>
                <a:schemeClr val="lt1"/>
              </a:buClr>
              <a:buSzPts val="1800"/>
              <a:buNone/>
              <a:defRPr b="1" i="0"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6" name="Google Shape;76;p42"/>
          <p:cNvSpPr txBox="1"/>
          <p:nvPr>
            <p:ph type="ctrTitle"/>
          </p:nvPr>
        </p:nvSpPr>
        <p:spPr>
          <a:xfrm>
            <a:off x="1524000" y="2715790"/>
            <a:ext cx="4179376" cy="23876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lt1"/>
              </a:buClr>
              <a:buSzPts val="4800"/>
              <a:buFont typeface="Arial"/>
              <a:buNone/>
              <a:defRPr b="0" i="0" sz="48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_2">
  <p:cSld name="Title and Content_2">
    <p:spTree>
      <p:nvGrpSpPr>
        <p:cNvPr id="77" name="Shape 77"/>
        <p:cNvGrpSpPr/>
        <p:nvPr/>
      </p:nvGrpSpPr>
      <p:grpSpPr>
        <a:xfrm>
          <a:off x="0" y="0"/>
          <a:ext cx="0" cy="0"/>
          <a:chOff x="0" y="0"/>
          <a:chExt cx="0" cy="0"/>
        </a:xfrm>
      </p:grpSpPr>
      <p:sp>
        <p:nvSpPr>
          <p:cNvPr id="78" name="Google Shape;78;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1" name="Google Shape;81;p43"/>
          <p:cNvSpPr txBox="1"/>
          <p:nvPr>
            <p:ph type="ctrTitle"/>
          </p:nvPr>
        </p:nvSpPr>
        <p:spPr>
          <a:xfrm>
            <a:off x="392623" y="339645"/>
            <a:ext cx="10115219"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500"/>
              <a:buFont typeface="Arial"/>
              <a:buNone/>
              <a:defRPr b="0" i="0" sz="45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3"/>
          <p:cNvSpPr txBox="1"/>
          <p:nvPr>
            <p:ph idx="1" type="body"/>
          </p:nvPr>
        </p:nvSpPr>
        <p:spPr>
          <a:xfrm>
            <a:off x="392624" y="1507066"/>
            <a:ext cx="10115221" cy="48492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dk1"/>
              </a:buClr>
              <a:buSzPts val="1600"/>
              <a:buNone/>
              <a:defRPr sz="1600">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1600"/>
              <a:buNone/>
              <a:defRPr sz="1600">
                <a:latin typeface="Calibri"/>
                <a:ea typeface="Calibri"/>
                <a:cs typeface="Calibri"/>
                <a:sym typeface="Calibri"/>
              </a:defRPr>
            </a:lvl2pPr>
            <a:lvl3pPr indent="-228600" lvl="2" marL="1371600" algn="l">
              <a:lnSpc>
                <a:spcPct val="100000"/>
              </a:lnSpc>
              <a:spcBef>
                <a:spcPts val="500"/>
              </a:spcBef>
              <a:spcAft>
                <a:spcPts val="0"/>
              </a:spcAft>
              <a:buClr>
                <a:schemeClr val="dk1"/>
              </a:buClr>
              <a:buSzPts val="1600"/>
              <a:buNone/>
              <a:defRPr sz="1600">
                <a:latin typeface="Calibri"/>
                <a:ea typeface="Calibri"/>
                <a:cs typeface="Calibri"/>
                <a:sym typeface="Calibri"/>
              </a:defRPr>
            </a:lvl3pPr>
            <a:lvl4pPr indent="-228600" lvl="3" marL="1828800" algn="l">
              <a:lnSpc>
                <a:spcPct val="100000"/>
              </a:lnSpc>
              <a:spcBef>
                <a:spcPts val="500"/>
              </a:spcBef>
              <a:spcAft>
                <a:spcPts val="0"/>
              </a:spcAft>
              <a:buClr>
                <a:schemeClr val="dk1"/>
              </a:buClr>
              <a:buSzPts val="1600"/>
              <a:buNone/>
              <a:defRPr sz="1600">
                <a:latin typeface="Calibri"/>
                <a:ea typeface="Calibri"/>
                <a:cs typeface="Calibri"/>
                <a:sym typeface="Calibri"/>
              </a:defRPr>
            </a:lvl4pPr>
            <a:lvl5pPr indent="-228600" lvl="4" marL="2286000" algn="l">
              <a:lnSpc>
                <a:spcPct val="100000"/>
              </a:lnSpc>
              <a:spcBef>
                <a:spcPts val="500"/>
              </a:spcBef>
              <a:spcAft>
                <a:spcPts val="0"/>
              </a:spcAft>
              <a:buClr>
                <a:schemeClr val="dk1"/>
              </a:buClr>
              <a:buSzPts val="1600"/>
              <a:buNone/>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83" name="Google Shape;83;p43"/>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84" name="Google Shape;84;p43"/>
          <p:cNvCxnSpPr/>
          <p:nvPr/>
        </p:nvCxnSpPr>
        <p:spPr>
          <a:xfrm>
            <a:off x="11057682"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_3">
  <p:cSld name="Title and Content_3">
    <p:spTree>
      <p:nvGrpSpPr>
        <p:cNvPr id="85" name="Shape 85"/>
        <p:cNvGrpSpPr/>
        <p:nvPr/>
      </p:nvGrpSpPr>
      <p:grpSpPr>
        <a:xfrm>
          <a:off x="0" y="0"/>
          <a:ext cx="0" cy="0"/>
          <a:chOff x="0" y="0"/>
          <a:chExt cx="0" cy="0"/>
        </a:xfrm>
      </p:grpSpPr>
      <p:sp>
        <p:nvSpPr>
          <p:cNvPr id="86" name="Google Shape;86;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44"/>
          <p:cNvSpPr txBox="1"/>
          <p:nvPr>
            <p:ph type="ctrTitle"/>
          </p:nvPr>
        </p:nvSpPr>
        <p:spPr>
          <a:xfrm>
            <a:off x="392623" y="339645"/>
            <a:ext cx="11369068"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500"/>
              <a:buFont typeface="Arial"/>
              <a:buNone/>
              <a:defRPr b="0" i="0" sz="45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44"/>
          <p:cNvSpPr txBox="1"/>
          <p:nvPr>
            <p:ph idx="1" type="body"/>
          </p:nvPr>
        </p:nvSpPr>
        <p:spPr>
          <a:xfrm>
            <a:off x="392624" y="1507066"/>
            <a:ext cx="11369070" cy="48492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dk1"/>
              </a:buClr>
              <a:buSzPts val="1600"/>
              <a:buNone/>
              <a:defRPr sz="1600">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1600"/>
              <a:buNone/>
              <a:defRPr sz="1600">
                <a:latin typeface="Calibri"/>
                <a:ea typeface="Calibri"/>
                <a:cs typeface="Calibri"/>
                <a:sym typeface="Calibri"/>
              </a:defRPr>
            </a:lvl2pPr>
            <a:lvl3pPr indent="-228600" lvl="2" marL="1371600" algn="l">
              <a:lnSpc>
                <a:spcPct val="100000"/>
              </a:lnSpc>
              <a:spcBef>
                <a:spcPts val="500"/>
              </a:spcBef>
              <a:spcAft>
                <a:spcPts val="0"/>
              </a:spcAft>
              <a:buClr>
                <a:schemeClr val="dk1"/>
              </a:buClr>
              <a:buSzPts val="1600"/>
              <a:buNone/>
              <a:defRPr sz="1600">
                <a:latin typeface="Calibri"/>
                <a:ea typeface="Calibri"/>
                <a:cs typeface="Calibri"/>
                <a:sym typeface="Calibri"/>
              </a:defRPr>
            </a:lvl3pPr>
            <a:lvl4pPr indent="-228600" lvl="3" marL="1828800" algn="l">
              <a:lnSpc>
                <a:spcPct val="100000"/>
              </a:lnSpc>
              <a:spcBef>
                <a:spcPts val="500"/>
              </a:spcBef>
              <a:spcAft>
                <a:spcPts val="0"/>
              </a:spcAft>
              <a:buClr>
                <a:schemeClr val="dk1"/>
              </a:buClr>
              <a:buSzPts val="1600"/>
              <a:buNone/>
              <a:defRPr sz="1600">
                <a:latin typeface="Calibri"/>
                <a:ea typeface="Calibri"/>
                <a:cs typeface="Calibri"/>
                <a:sym typeface="Calibri"/>
              </a:defRPr>
            </a:lvl4pPr>
            <a:lvl5pPr indent="-228600" lvl="4" marL="2286000" algn="l">
              <a:lnSpc>
                <a:spcPct val="100000"/>
              </a:lnSpc>
              <a:spcBef>
                <a:spcPts val="500"/>
              </a:spcBef>
              <a:spcAft>
                <a:spcPts val="0"/>
              </a:spcAft>
              <a:buClr>
                <a:schemeClr val="dk1"/>
              </a:buClr>
              <a:buSzPts val="1600"/>
              <a:buNone/>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91" name="Google Shape;91;p44"/>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92" name="Google Shape;92;p44"/>
          <p:cNvCxnSpPr/>
          <p:nvPr/>
        </p:nvCxnSpPr>
        <p:spPr>
          <a:xfrm>
            <a:off x="392623" y="1405468"/>
            <a:ext cx="11369068" cy="0"/>
          </a:xfrm>
          <a:prstGeom prst="straightConnector1">
            <a:avLst/>
          </a:prstGeom>
          <a:noFill/>
          <a:ln cap="flat" cmpd="sng" w="12700">
            <a:solidFill>
              <a:srgbClr val="262626"/>
            </a:solidFill>
            <a:prstDash val="solid"/>
            <a:miter lim="800000"/>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_4">
  <p:cSld name="Title and Content_4">
    <p:spTree>
      <p:nvGrpSpPr>
        <p:cNvPr id="93" name="Shape 93"/>
        <p:cNvGrpSpPr/>
        <p:nvPr/>
      </p:nvGrpSpPr>
      <p:grpSpPr>
        <a:xfrm>
          <a:off x="0" y="0"/>
          <a:ext cx="0" cy="0"/>
          <a:chOff x="0" y="0"/>
          <a:chExt cx="0" cy="0"/>
        </a:xfrm>
      </p:grpSpPr>
      <p:sp>
        <p:nvSpPr>
          <p:cNvPr id="94" name="Google Shape;94;p45"/>
          <p:cNvSpPr/>
          <p:nvPr>
            <p:ph idx="2" type="pic"/>
          </p:nvPr>
        </p:nvSpPr>
        <p:spPr>
          <a:xfrm>
            <a:off x="1" y="-1"/>
            <a:ext cx="12192000" cy="6857999"/>
          </a:xfrm>
          <a:prstGeom prst="rect">
            <a:avLst/>
          </a:prstGeom>
          <a:solidFill>
            <a:srgbClr val="012F62"/>
          </a:solidFill>
          <a:ln>
            <a:noFill/>
          </a:ln>
        </p:spPr>
      </p:sp>
      <p:sp>
        <p:nvSpPr>
          <p:cNvPr id="95" name="Google Shape;9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8" name="Google Shape;98;p45"/>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lt1"/>
              </a:buClr>
              <a:buSzPts val="4500"/>
              <a:buFont typeface="Arial"/>
              <a:buNone/>
              <a:defRPr b="0" i="0" sz="45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45"/>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2pPr>
            <a:lvl3pPr indent="-228600" lvl="2" marL="13716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3pPr>
            <a:lvl4pPr indent="-228600" lvl="3" marL="18288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4pPr>
            <a:lvl5pPr indent="-228600" lvl="4" marL="22860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00" name="Google Shape;100;p45"/>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101" name="Google Shape;101;p45"/>
          <p:cNvCxnSpPr/>
          <p:nvPr/>
        </p:nvCxnSpPr>
        <p:spPr>
          <a:xfrm>
            <a:off x="1134319" y="0"/>
            <a:ext cx="0" cy="685800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_5">
  <p:cSld name="Title and Content_5">
    <p:spTree>
      <p:nvGrpSpPr>
        <p:cNvPr id="102" name="Shape 102"/>
        <p:cNvGrpSpPr/>
        <p:nvPr/>
      </p:nvGrpSpPr>
      <p:grpSpPr>
        <a:xfrm>
          <a:off x="0" y="0"/>
          <a:ext cx="0" cy="0"/>
          <a:chOff x="0" y="0"/>
          <a:chExt cx="0" cy="0"/>
        </a:xfrm>
      </p:grpSpPr>
      <p:sp>
        <p:nvSpPr>
          <p:cNvPr id="103" name="Google Shape;103;p46"/>
          <p:cNvSpPr/>
          <p:nvPr>
            <p:ph idx="2" type="pic"/>
          </p:nvPr>
        </p:nvSpPr>
        <p:spPr>
          <a:xfrm>
            <a:off x="1" y="-1"/>
            <a:ext cx="12192000" cy="6857999"/>
          </a:xfrm>
          <a:prstGeom prst="rect">
            <a:avLst/>
          </a:prstGeom>
          <a:solidFill>
            <a:srgbClr val="012F62"/>
          </a:solidFill>
          <a:ln>
            <a:noFill/>
          </a:ln>
        </p:spPr>
      </p:sp>
      <p:sp>
        <p:nvSpPr>
          <p:cNvPr id="104" name="Google Shape;104;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46"/>
          <p:cNvSpPr txBox="1"/>
          <p:nvPr>
            <p:ph type="ctrTitle"/>
          </p:nvPr>
        </p:nvSpPr>
        <p:spPr>
          <a:xfrm>
            <a:off x="392623" y="339645"/>
            <a:ext cx="11369068"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lt1"/>
              </a:buClr>
              <a:buSzPts val="4500"/>
              <a:buFont typeface="Arial"/>
              <a:buNone/>
              <a:defRPr b="0" i="0" sz="45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46"/>
          <p:cNvSpPr txBox="1"/>
          <p:nvPr>
            <p:ph idx="1" type="body"/>
          </p:nvPr>
        </p:nvSpPr>
        <p:spPr>
          <a:xfrm>
            <a:off x="392624" y="1507066"/>
            <a:ext cx="11369070" cy="48492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2pPr>
            <a:lvl3pPr indent="-228600" lvl="2" marL="13716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3pPr>
            <a:lvl4pPr indent="-228600" lvl="3" marL="18288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4pPr>
            <a:lvl5pPr indent="-228600" lvl="4" marL="22860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09" name="Google Shape;109;p46"/>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110" name="Google Shape;110;p46"/>
          <p:cNvCxnSpPr/>
          <p:nvPr/>
        </p:nvCxnSpPr>
        <p:spPr>
          <a:xfrm>
            <a:off x="0" y="5992966"/>
            <a:ext cx="121920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_2">
  <p:cSld name="Divider Slide_2">
    <p:spTree>
      <p:nvGrpSpPr>
        <p:cNvPr id="111" name="Shape 111"/>
        <p:cNvGrpSpPr/>
        <p:nvPr/>
      </p:nvGrpSpPr>
      <p:grpSpPr>
        <a:xfrm>
          <a:off x="0" y="0"/>
          <a:ext cx="0" cy="0"/>
          <a:chOff x="0" y="0"/>
          <a:chExt cx="0" cy="0"/>
        </a:xfrm>
      </p:grpSpPr>
      <p:sp>
        <p:nvSpPr>
          <p:cNvPr id="112" name="Google Shape;112;p47"/>
          <p:cNvSpPr/>
          <p:nvPr>
            <p:ph idx="2" type="pic"/>
          </p:nvPr>
        </p:nvSpPr>
        <p:spPr>
          <a:xfrm>
            <a:off x="0" y="1215342"/>
            <a:ext cx="5822209" cy="4427316"/>
          </a:xfrm>
          <a:prstGeom prst="rect">
            <a:avLst/>
          </a:prstGeom>
          <a:solidFill>
            <a:srgbClr val="012F62"/>
          </a:solidFill>
          <a:ln>
            <a:noFill/>
          </a:ln>
        </p:spPr>
      </p:sp>
      <p:sp>
        <p:nvSpPr>
          <p:cNvPr id="113" name="Google Shape;113;p47"/>
          <p:cNvSpPr txBox="1"/>
          <p:nvPr>
            <p:ph idx="1" type="body"/>
          </p:nvPr>
        </p:nvSpPr>
        <p:spPr>
          <a:xfrm>
            <a:off x="6487905" y="5286196"/>
            <a:ext cx="4179375" cy="356462"/>
          </a:xfrm>
          <a:prstGeom prst="rect">
            <a:avLst/>
          </a:prstGeom>
          <a:noFill/>
          <a:ln>
            <a:noFill/>
          </a:ln>
        </p:spPr>
        <p:txBody>
          <a:bodyPr anchorCtr="0" anchor="t" bIns="45700" lIns="0" spcFirstLastPara="1" rIns="0" wrap="square" tIns="45700">
            <a:normAutofit/>
          </a:bodyPr>
          <a:lstStyle>
            <a:lvl1pPr indent="-228600" lvl="0" marL="457200" algn="r">
              <a:lnSpc>
                <a:spcPct val="90000"/>
              </a:lnSpc>
              <a:spcBef>
                <a:spcPts val="1000"/>
              </a:spcBef>
              <a:spcAft>
                <a:spcPts val="0"/>
              </a:spcAft>
              <a:buClr>
                <a:schemeClr val="dk1"/>
              </a:buClr>
              <a:buSzPts val="1800"/>
              <a:buNone/>
              <a:defRPr b="1" i="0" sz="18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14" name="Google Shape;114;p47"/>
          <p:cNvSpPr txBox="1"/>
          <p:nvPr>
            <p:ph type="ctrTitle"/>
          </p:nvPr>
        </p:nvSpPr>
        <p:spPr>
          <a:xfrm>
            <a:off x="6487905" y="2715790"/>
            <a:ext cx="4179376" cy="2387600"/>
          </a:xfrm>
          <a:prstGeom prst="rect">
            <a:avLst/>
          </a:prstGeom>
          <a:noFill/>
          <a:ln>
            <a:noFill/>
          </a:ln>
        </p:spPr>
        <p:txBody>
          <a:bodyPr anchorCtr="0" anchor="b" bIns="45700" lIns="0" spcFirstLastPara="1" rIns="0" wrap="square" tIns="45700">
            <a:normAutofit/>
          </a:bodyPr>
          <a:lstStyle>
            <a:lvl1pPr lvl="0" algn="r">
              <a:lnSpc>
                <a:spcPct val="90000"/>
              </a:lnSpc>
              <a:spcBef>
                <a:spcPts val="0"/>
              </a:spcBef>
              <a:spcAft>
                <a:spcPts val="0"/>
              </a:spcAft>
              <a:buClr>
                <a:srgbClr val="024793"/>
              </a:buClr>
              <a:buSzPts val="4800"/>
              <a:buFont typeface="Arial"/>
              <a:buNone/>
              <a:defRPr b="0" i="0" sz="48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15" name="Google Shape;115;p47"/>
          <p:cNvCxnSpPr/>
          <p:nvPr/>
        </p:nvCxnSpPr>
        <p:spPr>
          <a:xfrm>
            <a:off x="11057682"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_3">
  <p:cSld name="Divider Slide_3">
    <p:spTree>
      <p:nvGrpSpPr>
        <p:cNvPr id="116" name="Shape 116"/>
        <p:cNvGrpSpPr/>
        <p:nvPr/>
      </p:nvGrpSpPr>
      <p:grpSpPr>
        <a:xfrm>
          <a:off x="0" y="0"/>
          <a:ext cx="0" cy="0"/>
          <a:chOff x="0" y="0"/>
          <a:chExt cx="0" cy="0"/>
        </a:xfrm>
      </p:grpSpPr>
      <p:sp>
        <p:nvSpPr>
          <p:cNvPr id="117" name="Google Shape;117;p48"/>
          <p:cNvSpPr/>
          <p:nvPr>
            <p:ph idx="2" type="pic"/>
          </p:nvPr>
        </p:nvSpPr>
        <p:spPr>
          <a:xfrm>
            <a:off x="0" y="1928264"/>
            <a:ext cx="5822209" cy="4427316"/>
          </a:xfrm>
          <a:prstGeom prst="rect">
            <a:avLst/>
          </a:prstGeom>
          <a:solidFill>
            <a:srgbClr val="012F62"/>
          </a:solidFill>
          <a:ln>
            <a:noFill/>
          </a:ln>
        </p:spPr>
      </p:sp>
      <p:sp>
        <p:nvSpPr>
          <p:cNvPr id="118" name="Google Shape;118;p48"/>
          <p:cNvSpPr txBox="1"/>
          <p:nvPr>
            <p:ph idx="1" type="body"/>
          </p:nvPr>
        </p:nvSpPr>
        <p:spPr>
          <a:xfrm>
            <a:off x="6487905" y="4498670"/>
            <a:ext cx="4179375" cy="356462"/>
          </a:xfrm>
          <a:prstGeom prst="rect">
            <a:avLst/>
          </a:prstGeom>
          <a:noFill/>
          <a:ln>
            <a:noFill/>
          </a:ln>
        </p:spPr>
        <p:txBody>
          <a:bodyPr anchorCtr="0" anchor="t" bIns="45700" lIns="0" spcFirstLastPara="1" rIns="0" wrap="square" tIns="45700">
            <a:normAutofit/>
          </a:bodyPr>
          <a:lstStyle>
            <a:lvl1pPr indent="-228600" lvl="0" marL="457200" algn="r">
              <a:lnSpc>
                <a:spcPct val="90000"/>
              </a:lnSpc>
              <a:spcBef>
                <a:spcPts val="1000"/>
              </a:spcBef>
              <a:spcAft>
                <a:spcPts val="0"/>
              </a:spcAft>
              <a:buClr>
                <a:schemeClr val="dk1"/>
              </a:buClr>
              <a:buSzPts val="1800"/>
              <a:buNone/>
              <a:defRPr b="1" i="0" sz="18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19" name="Google Shape;119;p48"/>
          <p:cNvSpPr txBox="1"/>
          <p:nvPr>
            <p:ph type="ctrTitle"/>
          </p:nvPr>
        </p:nvSpPr>
        <p:spPr>
          <a:xfrm>
            <a:off x="6487905" y="1928264"/>
            <a:ext cx="4179376" cy="2387600"/>
          </a:xfrm>
          <a:prstGeom prst="rect">
            <a:avLst/>
          </a:prstGeom>
          <a:noFill/>
          <a:ln>
            <a:noFill/>
          </a:ln>
        </p:spPr>
        <p:txBody>
          <a:bodyPr anchorCtr="0" anchor="b" bIns="45700" lIns="0" spcFirstLastPara="1" rIns="0" wrap="square" tIns="45700">
            <a:normAutofit/>
          </a:bodyPr>
          <a:lstStyle>
            <a:lvl1pPr lvl="0" algn="r">
              <a:lnSpc>
                <a:spcPct val="90000"/>
              </a:lnSpc>
              <a:spcBef>
                <a:spcPts val="0"/>
              </a:spcBef>
              <a:spcAft>
                <a:spcPts val="0"/>
              </a:spcAft>
              <a:buClr>
                <a:srgbClr val="024793"/>
              </a:buClr>
              <a:buSzPts val="4800"/>
              <a:buFont typeface="Arial"/>
              <a:buNone/>
              <a:defRPr b="0" i="0" sz="48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0" name="Google Shape;120;p48"/>
          <p:cNvCxnSpPr/>
          <p:nvPr/>
        </p:nvCxnSpPr>
        <p:spPr>
          <a:xfrm>
            <a:off x="0" y="1405468"/>
            <a:ext cx="12192000" cy="0"/>
          </a:xfrm>
          <a:prstGeom prst="straightConnector1">
            <a:avLst/>
          </a:prstGeom>
          <a:noFill/>
          <a:ln cap="flat" cmpd="sng" w="12700">
            <a:solidFill>
              <a:srgbClr val="262626"/>
            </a:solidFill>
            <a:prstDash val="solid"/>
            <a:miter lim="800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_4">
  <p:cSld name="Divider Slide_4">
    <p:bg>
      <p:bgPr>
        <a:solidFill>
          <a:srgbClr val="012F62"/>
        </a:solidFill>
      </p:bgPr>
    </p:bg>
    <p:spTree>
      <p:nvGrpSpPr>
        <p:cNvPr id="121" name="Shape 121"/>
        <p:cNvGrpSpPr/>
        <p:nvPr/>
      </p:nvGrpSpPr>
      <p:grpSpPr>
        <a:xfrm>
          <a:off x="0" y="0"/>
          <a:ext cx="0" cy="0"/>
          <a:chOff x="0" y="0"/>
          <a:chExt cx="0" cy="0"/>
        </a:xfrm>
      </p:grpSpPr>
      <p:pic>
        <p:nvPicPr>
          <p:cNvPr descr="Woman on tablet " id="122" name="Google Shape;122;p49"/>
          <p:cNvPicPr preferRelativeResize="0"/>
          <p:nvPr/>
        </p:nvPicPr>
        <p:blipFill rotWithShape="1">
          <a:blip r:embed="rId2">
            <a:alphaModFix amt="35000"/>
          </a:blip>
          <a:srcRect b="0" l="0" r="0" t="0"/>
          <a:stretch/>
        </p:blipFill>
        <p:spPr>
          <a:xfrm>
            <a:off x="1124487" y="0"/>
            <a:ext cx="11067514" cy="6858000"/>
          </a:xfrm>
          <a:prstGeom prst="rect">
            <a:avLst/>
          </a:prstGeom>
          <a:solidFill>
            <a:schemeClr val="dk1"/>
          </a:solidFill>
          <a:ln>
            <a:noFill/>
          </a:ln>
        </p:spPr>
      </p:pic>
      <p:sp>
        <p:nvSpPr>
          <p:cNvPr id="123" name="Google Shape;123;p49"/>
          <p:cNvSpPr/>
          <p:nvPr>
            <p:ph idx="2" type="pic"/>
          </p:nvPr>
        </p:nvSpPr>
        <p:spPr>
          <a:xfrm>
            <a:off x="1124487" y="-1"/>
            <a:ext cx="11067514" cy="6857999"/>
          </a:xfrm>
          <a:prstGeom prst="rect">
            <a:avLst/>
          </a:prstGeom>
          <a:solidFill>
            <a:srgbClr val="012F62"/>
          </a:solidFill>
          <a:ln>
            <a:noFill/>
          </a:ln>
        </p:spPr>
      </p:sp>
      <p:sp>
        <p:nvSpPr>
          <p:cNvPr id="124" name="Google Shape;124;p49"/>
          <p:cNvSpPr txBox="1"/>
          <p:nvPr>
            <p:ph idx="1" type="body"/>
          </p:nvPr>
        </p:nvSpPr>
        <p:spPr>
          <a:xfrm>
            <a:off x="1524000" y="5286196"/>
            <a:ext cx="4179375" cy="35646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Clr>
                <a:schemeClr val="lt1"/>
              </a:buClr>
              <a:buSzPts val="1800"/>
              <a:buNone/>
              <a:defRPr b="1" i="0"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25" name="Google Shape;125;p49"/>
          <p:cNvSpPr txBox="1"/>
          <p:nvPr>
            <p:ph type="ctrTitle"/>
          </p:nvPr>
        </p:nvSpPr>
        <p:spPr>
          <a:xfrm>
            <a:off x="1524000" y="2715790"/>
            <a:ext cx="4179376" cy="23876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lt1"/>
              </a:buClr>
              <a:buSzPts val="4800"/>
              <a:buFont typeface="Arial"/>
              <a:buNone/>
              <a:defRPr b="0" i="0" sz="48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6" name="Google Shape;126;p49"/>
          <p:cNvCxnSpPr/>
          <p:nvPr/>
        </p:nvCxnSpPr>
        <p:spPr>
          <a:xfrm>
            <a:off x="1124487" y="0"/>
            <a:ext cx="0" cy="685800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_5">
  <p:cSld name="Divider Slide_5">
    <p:spTree>
      <p:nvGrpSpPr>
        <p:cNvPr id="127" name="Shape 127"/>
        <p:cNvGrpSpPr/>
        <p:nvPr/>
      </p:nvGrpSpPr>
      <p:grpSpPr>
        <a:xfrm>
          <a:off x="0" y="0"/>
          <a:ext cx="0" cy="0"/>
          <a:chOff x="0" y="0"/>
          <a:chExt cx="0" cy="0"/>
        </a:xfrm>
      </p:grpSpPr>
      <p:pic>
        <p:nvPicPr>
          <p:cNvPr descr="Woman on tablet " id="128" name="Google Shape;128;p50"/>
          <p:cNvPicPr preferRelativeResize="0"/>
          <p:nvPr/>
        </p:nvPicPr>
        <p:blipFill rotWithShape="1">
          <a:blip r:embed="rId2">
            <a:alphaModFix amt="35000"/>
          </a:blip>
          <a:srcRect b="0" l="0" r="0" t="0"/>
          <a:stretch/>
        </p:blipFill>
        <p:spPr>
          <a:xfrm>
            <a:off x="0" y="0"/>
            <a:ext cx="12192001" cy="6858000"/>
          </a:xfrm>
          <a:prstGeom prst="rect">
            <a:avLst/>
          </a:prstGeom>
          <a:solidFill>
            <a:schemeClr val="dk1"/>
          </a:solidFill>
          <a:ln>
            <a:noFill/>
          </a:ln>
        </p:spPr>
      </p:pic>
      <p:sp>
        <p:nvSpPr>
          <p:cNvPr id="129" name="Google Shape;129;p50"/>
          <p:cNvSpPr/>
          <p:nvPr>
            <p:ph idx="2" type="pic"/>
          </p:nvPr>
        </p:nvSpPr>
        <p:spPr>
          <a:xfrm>
            <a:off x="1" y="-1"/>
            <a:ext cx="12192000" cy="6857999"/>
          </a:xfrm>
          <a:prstGeom prst="rect">
            <a:avLst/>
          </a:prstGeom>
          <a:solidFill>
            <a:srgbClr val="012F62"/>
          </a:solidFill>
          <a:ln>
            <a:noFill/>
          </a:ln>
        </p:spPr>
      </p:sp>
      <p:sp>
        <p:nvSpPr>
          <p:cNvPr id="130" name="Google Shape;130;p50"/>
          <p:cNvSpPr txBox="1"/>
          <p:nvPr>
            <p:ph idx="1" type="body"/>
          </p:nvPr>
        </p:nvSpPr>
        <p:spPr>
          <a:xfrm>
            <a:off x="1524000" y="5286196"/>
            <a:ext cx="4179375" cy="35646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Clr>
                <a:schemeClr val="lt1"/>
              </a:buClr>
              <a:buSzPts val="1800"/>
              <a:buNone/>
              <a:defRPr b="1" i="0"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31" name="Google Shape;131;p50"/>
          <p:cNvSpPr txBox="1"/>
          <p:nvPr>
            <p:ph type="ctrTitle"/>
          </p:nvPr>
        </p:nvSpPr>
        <p:spPr>
          <a:xfrm>
            <a:off x="1524000" y="2715790"/>
            <a:ext cx="4179376" cy="23876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lt1"/>
              </a:buClr>
              <a:buSzPts val="4800"/>
              <a:buFont typeface="Arial"/>
              <a:buNone/>
              <a:defRPr b="0" i="0" sz="48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32" name="Google Shape;132;p50"/>
          <p:cNvCxnSpPr/>
          <p:nvPr/>
        </p:nvCxnSpPr>
        <p:spPr>
          <a:xfrm>
            <a:off x="0" y="5992966"/>
            <a:ext cx="121920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Caption_2">
  <p:cSld name="Content w/Caption_2">
    <p:spTree>
      <p:nvGrpSpPr>
        <p:cNvPr id="133" name="Shape 133"/>
        <p:cNvGrpSpPr/>
        <p:nvPr/>
      </p:nvGrpSpPr>
      <p:grpSpPr>
        <a:xfrm>
          <a:off x="0" y="0"/>
          <a:ext cx="0" cy="0"/>
          <a:chOff x="0" y="0"/>
          <a:chExt cx="0" cy="0"/>
        </a:xfrm>
      </p:grpSpPr>
      <p:sp>
        <p:nvSpPr>
          <p:cNvPr id="134" name="Google Shape;134;p51"/>
          <p:cNvSpPr/>
          <p:nvPr>
            <p:ph idx="2" type="pic"/>
          </p:nvPr>
        </p:nvSpPr>
        <p:spPr>
          <a:xfrm>
            <a:off x="0" y="3482977"/>
            <a:ext cx="10668000" cy="3375025"/>
          </a:xfrm>
          <a:prstGeom prst="rect">
            <a:avLst/>
          </a:prstGeom>
          <a:solidFill>
            <a:srgbClr val="012F62"/>
          </a:solidFill>
          <a:ln>
            <a:noFill/>
          </a:ln>
        </p:spPr>
      </p:sp>
      <p:sp>
        <p:nvSpPr>
          <p:cNvPr id="135" name="Google Shape;135;p51"/>
          <p:cNvSpPr txBox="1"/>
          <p:nvPr>
            <p:ph idx="1" type="body"/>
          </p:nvPr>
        </p:nvSpPr>
        <p:spPr>
          <a:xfrm>
            <a:off x="5635662" y="339644"/>
            <a:ext cx="5014993" cy="2806511"/>
          </a:xfrm>
          <a:prstGeom prst="rect">
            <a:avLst/>
          </a:prstGeom>
          <a:noFill/>
          <a:ln>
            <a:noFill/>
          </a:ln>
        </p:spPr>
        <p:txBody>
          <a:bodyPr anchorCtr="0" anchor="ctr" bIns="45700" lIns="91425" spcFirstLastPara="1" rIns="91425" wrap="square" tIns="45700">
            <a:normAutofit/>
          </a:bodyPr>
          <a:lstStyle>
            <a:lvl1pPr indent="-330200" lvl="0" marL="457200" algn="l">
              <a:lnSpc>
                <a:spcPct val="90000"/>
              </a:lnSpc>
              <a:spcBef>
                <a:spcPts val="1000"/>
              </a:spcBef>
              <a:spcAft>
                <a:spcPts val="0"/>
              </a:spcAft>
              <a:buClr>
                <a:schemeClr val="dk1"/>
              </a:buClr>
              <a:buSzPts val="1600"/>
              <a:buChar char="•"/>
              <a:defRPr sz="1600">
                <a:latin typeface="Calibri"/>
                <a:ea typeface="Calibri"/>
                <a:cs typeface="Calibri"/>
                <a:sym typeface="Calibri"/>
              </a:defRPr>
            </a:lvl1pPr>
            <a:lvl2pPr indent="-330200" lvl="1" marL="914400" algn="l">
              <a:lnSpc>
                <a:spcPct val="90000"/>
              </a:lnSpc>
              <a:spcBef>
                <a:spcPts val="500"/>
              </a:spcBef>
              <a:spcAft>
                <a:spcPts val="0"/>
              </a:spcAft>
              <a:buClr>
                <a:schemeClr val="dk1"/>
              </a:buClr>
              <a:buSzPts val="1600"/>
              <a:buChar char="•"/>
              <a:defRPr sz="1600">
                <a:latin typeface="Calibri"/>
                <a:ea typeface="Calibri"/>
                <a:cs typeface="Calibri"/>
                <a:sym typeface="Calibri"/>
              </a:defRPr>
            </a:lvl2pPr>
            <a:lvl3pPr indent="-330200" lvl="2" marL="1371600" algn="l">
              <a:lnSpc>
                <a:spcPct val="90000"/>
              </a:lnSpc>
              <a:spcBef>
                <a:spcPts val="500"/>
              </a:spcBef>
              <a:spcAft>
                <a:spcPts val="0"/>
              </a:spcAft>
              <a:buClr>
                <a:schemeClr val="dk1"/>
              </a:buClr>
              <a:buSzPts val="1600"/>
              <a:buChar char="•"/>
              <a:defRPr sz="1600">
                <a:latin typeface="Calibri"/>
                <a:ea typeface="Calibri"/>
                <a:cs typeface="Calibri"/>
                <a:sym typeface="Calibri"/>
              </a:defRPr>
            </a:lvl3pPr>
            <a:lvl4pPr indent="-330200" lvl="3" marL="1828800" algn="l">
              <a:lnSpc>
                <a:spcPct val="90000"/>
              </a:lnSpc>
              <a:spcBef>
                <a:spcPts val="50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90000"/>
              </a:lnSpc>
              <a:spcBef>
                <a:spcPts val="50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p51"/>
          <p:cNvSpPr txBox="1"/>
          <p:nvPr>
            <p:ph type="ctrTitle"/>
          </p:nvPr>
        </p:nvSpPr>
        <p:spPr>
          <a:xfrm>
            <a:off x="820856" y="339644"/>
            <a:ext cx="4179376" cy="2806512"/>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rgbClr val="024793"/>
              </a:buClr>
              <a:buSzPts val="4800"/>
              <a:buFont typeface="Arial"/>
              <a:buNone/>
              <a:defRPr b="0" i="0" sz="48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37" name="Google Shape;137;p51"/>
          <p:cNvCxnSpPr/>
          <p:nvPr/>
        </p:nvCxnSpPr>
        <p:spPr>
          <a:xfrm>
            <a:off x="11057682"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Caption_3">
  <p:cSld name="Content w/Caption_3">
    <p:spTree>
      <p:nvGrpSpPr>
        <p:cNvPr id="138" name="Shape 138"/>
        <p:cNvGrpSpPr/>
        <p:nvPr/>
      </p:nvGrpSpPr>
      <p:grpSpPr>
        <a:xfrm>
          <a:off x="0" y="0"/>
          <a:ext cx="0" cy="0"/>
          <a:chOff x="0" y="0"/>
          <a:chExt cx="0" cy="0"/>
        </a:xfrm>
      </p:grpSpPr>
      <p:sp>
        <p:nvSpPr>
          <p:cNvPr id="139" name="Google Shape;139;p52"/>
          <p:cNvSpPr/>
          <p:nvPr>
            <p:ph idx="2" type="pic"/>
          </p:nvPr>
        </p:nvSpPr>
        <p:spPr>
          <a:xfrm>
            <a:off x="608843" y="3482977"/>
            <a:ext cx="10961177" cy="3375025"/>
          </a:xfrm>
          <a:prstGeom prst="rect">
            <a:avLst/>
          </a:prstGeom>
          <a:solidFill>
            <a:srgbClr val="012F62"/>
          </a:solidFill>
          <a:ln>
            <a:noFill/>
          </a:ln>
        </p:spPr>
      </p:sp>
      <p:cxnSp>
        <p:nvCxnSpPr>
          <p:cNvPr id="140" name="Google Shape;140;p52"/>
          <p:cNvCxnSpPr/>
          <p:nvPr/>
        </p:nvCxnSpPr>
        <p:spPr>
          <a:xfrm>
            <a:off x="0" y="421214"/>
            <a:ext cx="12192000" cy="0"/>
          </a:xfrm>
          <a:prstGeom prst="straightConnector1">
            <a:avLst/>
          </a:prstGeom>
          <a:noFill/>
          <a:ln cap="flat" cmpd="sng" w="12700">
            <a:solidFill>
              <a:srgbClr val="262626"/>
            </a:solidFill>
            <a:prstDash val="solid"/>
            <a:miter lim="800000"/>
            <a:headEnd len="sm" w="sm" type="none"/>
            <a:tailEnd len="sm" w="sm" type="none"/>
          </a:ln>
        </p:spPr>
      </p:cxnSp>
      <p:sp>
        <p:nvSpPr>
          <p:cNvPr id="141" name="Google Shape;141;p52"/>
          <p:cNvSpPr txBox="1"/>
          <p:nvPr>
            <p:ph idx="1" type="body"/>
          </p:nvPr>
        </p:nvSpPr>
        <p:spPr>
          <a:xfrm>
            <a:off x="5567465" y="568512"/>
            <a:ext cx="6002556" cy="2806511"/>
          </a:xfrm>
          <a:prstGeom prst="rect">
            <a:avLst/>
          </a:prstGeom>
          <a:noFill/>
          <a:ln>
            <a:noFill/>
          </a:ln>
        </p:spPr>
        <p:txBody>
          <a:bodyPr anchorCtr="0" anchor="ctr" bIns="45700" lIns="91425" spcFirstLastPara="1" rIns="91425" wrap="square" tIns="45700">
            <a:normAutofit/>
          </a:bodyPr>
          <a:lstStyle>
            <a:lvl1pPr indent="-330200" lvl="0" marL="457200" algn="l">
              <a:lnSpc>
                <a:spcPct val="90000"/>
              </a:lnSpc>
              <a:spcBef>
                <a:spcPts val="1000"/>
              </a:spcBef>
              <a:spcAft>
                <a:spcPts val="0"/>
              </a:spcAft>
              <a:buClr>
                <a:schemeClr val="dk1"/>
              </a:buClr>
              <a:buSzPts val="1600"/>
              <a:buChar char="•"/>
              <a:defRPr sz="1600">
                <a:latin typeface="Calibri"/>
                <a:ea typeface="Calibri"/>
                <a:cs typeface="Calibri"/>
                <a:sym typeface="Calibri"/>
              </a:defRPr>
            </a:lvl1pPr>
            <a:lvl2pPr indent="-330200" lvl="1" marL="914400" algn="l">
              <a:lnSpc>
                <a:spcPct val="90000"/>
              </a:lnSpc>
              <a:spcBef>
                <a:spcPts val="500"/>
              </a:spcBef>
              <a:spcAft>
                <a:spcPts val="0"/>
              </a:spcAft>
              <a:buClr>
                <a:schemeClr val="dk1"/>
              </a:buClr>
              <a:buSzPts val="1600"/>
              <a:buChar char="•"/>
              <a:defRPr sz="1600">
                <a:latin typeface="Calibri"/>
                <a:ea typeface="Calibri"/>
                <a:cs typeface="Calibri"/>
                <a:sym typeface="Calibri"/>
              </a:defRPr>
            </a:lvl2pPr>
            <a:lvl3pPr indent="-330200" lvl="2" marL="1371600" algn="l">
              <a:lnSpc>
                <a:spcPct val="90000"/>
              </a:lnSpc>
              <a:spcBef>
                <a:spcPts val="500"/>
              </a:spcBef>
              <a:spcAft>
                <a:spcPts val="0"/>
              </a:spcAft>
              <a:buClr>
                <a:schemeClr val="dk1"/>
              </a:buClr>
              <a:buSzPts val="1600"/>
              <a:buChar char="•"/>
              <a:defRPr sz="1600">
                <a:latin typeface="Calibri"/>
                <a:ea typeface="Calibri"/>
                <a:cs typeface="Calibri"/>
                <a:sym typeface="Calibri"/>
              </a:defRPr>
            </a:lvl3pPr>
            <a:lvl4pPr indent="-330200" lvl="3" marL="1828800" algn="l">
              <a:lnSpc>
                <a:spcPct val="90000"/>
              </a:lnSpc>
              <a:spcBef>
                <a:spcPts val="50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90000"/>
              </a:lnSpc>
              <a:spcBef>
                <a:spcPts val="50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52"/>
          <p:cNvSpPr txBox="1"/>
          <p:nvPr>
            <p:ph type="ctrTitle"/>
          </p:nvPr>
        </p:nvSpPr>
        <p:spPr>
          <a:xfrm>
            <a:off x="608844" y="568512"/>
            <a:ext cx="4179376" cy="2806512"/>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rgbClr val="024793"/>
              </a:buClr>
              <a:buSzPts val="4800"/>
              <a:buFont typeface="Arial"/>
              <a:buNone/>
              <a:defRPr b="0" i="0" sz="48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Caption_5">
  <p:cSld name="Content w/Caption_5">
    <p:spTree>
      <p:nvGrpSpPr>
        <p:cNvPr id="143" name="Shape 143"/>
        <p:cNvGrpSpPr/>
        <p:nvPr/>
      </p:nvGrpSpPr>
      <p:grpSpPr>
        <a:xfrm>
          <a:off x="0" y="0"/>
          <a:ext cx="0" cy="0"/>
          <a:chOff x="0" y="0"/>
          <a:chExt cx="0" cy="0"/>
        </a:xfrm>
      </p:grpSpPr>
      <p:sp>
        <p:nvSpPr>
          <p:cNvPr id="144" name="Google Shape;144;p53"/>
          <p:cNvSpPr/>
          <p:nvPr>
            <p:ph idx="2" type="pic"/>
          </p:nvPr>
        </p:nvSpPr>
        <p:spPr>
          <a:xfrm>
            <a:off x="0" y="3482977"/>
            <a:ext cx="12192000" cy="3375025"/>
          </a:xfrm>
          <a:prstGeom prst="rect">
            <a:avLst/>
          </a:prstGeom>
          <a:solidFill>
            <a:srgbClr val="012F62"/>
          </a:solidFill>
          <a:ln>
            <a:noFill/>
          </a:ln>
        </p:spPr>
      </p:sp>
      <p:sp>
        <p:nvSpPr>
          <p:cNvPr id="145" name="Google Shape;145;p53"/>
          <p:cNvSpPr txBox="1"/>
          <p:nvPr>
            <p:ph idx="1" type="body"/>
          </p:nvPr>
        </p:nvSpPr>
        <p:spPr>
          <a:xfrm>
            <a:off x="5351244" y="568512"/>
            <a:ext cx="6002556" cy="2806511"/>
          </a:xfrm>
          <a:prstGeom prst="rect">
            <a:avLst/>
          </a:prstGeom>
          <a:noFill/>
          <a:ln>
            <a:noFill/>
          </a:ln>
        </p:spPr>
        <p:txBody>
          <a:bodyPr anchorCtr="0" anchor="ctr" bIns="45700" lIns="91425" spcFirstLastPara="1" rIns="91425" wrap="square" tIns="45700">
            <a:normAutofit/>
          </a:bodyPr>
          <a:lstStyle>
            <a:lvl1pPr indent="-330200" lvl="0" marL="457200" algn="l">
              <a:lnSpc>
                <a:spcPct val="90000"/>
              </a:lnSpc>
              <a:spcBef>
                <a:spcPts val="1000"/>
              </a:spcBef>
              <a:spcAft>
                <a:spcPts val="0"/>
              </a:spcAft>
              <a:buClr>
                <a:schemeClr val="dk1"/>
              </a:buClr>
              <a:buSzPts val="1600"/>
              <a:buChar char="•"/>
              <a:defRPr sz="1600">
                <a:latin typeface="Calibri"/>
                <a:ea typeface="Calibri"/>
                <a:cs typeface="Calibri"/>
                <a:sym typeface="Calibri"/>
              </a:defRPr>
            </a:lvl1pPr>
            <a:lvl2pPr indent="-330200" lvl="1" marL="914400" algn="l">
              <a:lnSpc>
                <a:spcPct val="90000"/>
              </a:lnSpc>
              <a:spcBef>
                <a:spcPts val="500"/>
              </a:spcBef>
              <a:spcAft>
                <a:spcPts val="0"/>
              </a:spcAft>
              <a:buClr>
                <a:schemeClr val="dk1"/>
              </a:buClr>
              <a:buSzPts val="1600"/>
              <a:buChar char="•"/>
              <a:defRPr sz="1600">
                <a:latin typeface="Calibri"/>
                <a:ea typeface="Calibri"/>
                <a:cs typeface="Calibri"/>
                <a:sym typeface="Calibri"/>
              </a:defRPr>
            </a:lvl2pPr>
            <a:lvl3pPr indent="-330200" lvl="2" marL="1371600" algn="l">
              <a:lnSpc>
                <a:spcPct val="90000"/>
              </a:lnSpc>
              <a:spcBef>
                <a:spcPts val="500"/>
              </a:spcBef>
              <a:spcAft>
                <a:spcPts val="0"/>
              </a:spcAft>
              <a:buClr>
                <a:schemeClr val="dk1"/>
              </a:buClr>
              <a:buSzPts val="1600"/>
              <a:buChar char="•"/>
              <a:defRPr sz="1600">
                <a:latin typeface="Calibri"/>
                <a:ea typeface="Calibri"/>
                <a:cs typeface="Calibri"/>
                <a:sym typeface="Calibri"/>
              </a:defRPr>
            </a:lvl3pPr>
            <a:lvl4pPr indent="-330200" lvl="3" marL="1828800" algn="l">
              <a:lnSpc>
                <a:spcPct val="90000"/>
              </a:lnSpc>
              <a:spcBef>
                <a:spcPts val="50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90000"/>
              </a:lnSpc>
              <a:spcBef>
                <a:spcPts val="50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53"/>
          <p:cNvSpPr txBox="1"/>
          <p:nvPr>
            <p:ph type="ctrTitle"/>
          </p:nvPr>
        </p:nvSpPr>
        <p:spPr>
          <a:xfrm>
            <a:off x="392623" y="568512"/>
            <a:ext cx="4179376" cy="2806512"/>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rgbClr val="024793"/>
              </a:buClr>
              <a:buSzPts val="4800"/>
              <a:buFont typeface="Arial"/>
              <a:buNone/>
              <a:defRPr b="0" i="0" sz="48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47" name="Google Shape;147;p53"/>
          <p:cNvCxnSpPr/>
          <p:nvPr/>
        </p:nvCxnSpPr>
        <p:spPr>
          <a:xfrm>
            <a:off x="0" y="5992966"/>
            <a:ext cx="121920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_2">
  <p:cSld name="Comparison_2">
    <p:spTree>
      <p:nvGrpSpPr>
        <p:cNvPr id="148" name="Shape 148"/>
        <p:cNvGrpSpPr/>
        <p:nvPr/>
      </p:nvGrpSpPr>
      <p:grpSpPr>
        <a:xfrm>
          <a:off x="0" y="0"/>
          <a:ext cx="0" cy="0"/>
          <a:chOff x="0" y="0"/>
          <a:chExt cx="0" cy="0"/>
        </a:xfrm>
      </p:grpSpPr>
      <p:sp>
        <p:nvSpPr>
          <p:cNvPr id="149" name="Google Shape;149;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54"/>
          <p:cNvSpPr txBox="1"/>
          <p:nvPr>
            <p:ph type="ctrTitle"/>
          </p:nvPr>
        </p:nvSpPr>
        <p:spPr>
          <a:xfrm>
            <a:off x="392623" y="339645"/>
            <a:ext cx="10134369"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500"/>
              <a:buFont typeface="Arial"/>
              <a:buNone/>
              <a:defRPr b="0" i="0" sz="45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53" name="Google Shape;153;p54"/>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sp>
        <p:nvSpPr>
          <p:cNvPr id="154" name="Google Shape;154;p54"/>
          <p:cNvSpPr txBox="1"/>
          <p:nvPr>
            <p:ph idx="1" type="body"/>
          </p:nvPr>
        </p:nvSpPr>
        <p:spPr>
          <a:xfrm>
            <a:off x="392623" y="2330824"/>
            <a:ext cx="4693727" cy="3846139"/>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chemeClr val="dk1"/>
              </a:buClr>
              <a:buSzPts val="1600"/>
              <a:buChar char="•"/>
              <a:defRPr sz="1600">
                <a:latin typeface="Calibri"/>
                <a:ea typeface="Calibri"/>
                <a:cs typeface="Calibri"/>
                <a:sym typeface="Calibri"/>
              </a:defRPr>
            </a:lvl1pPr>
            <a:lvl2pPr indent="-330200" lvl="1" marL="914400" algn="l">
              <a:lnSpc>
                <a:spcPct val="100000"/>
              </a:lnSpc>
              <a:spcBef>
                <a:spcPts val="500"/>
              </a:spcBef>
              <a:spcAft>
                <a:spcPts val="0"/>
              </a:spcAft>
              <a:buClr>
                <a:schemeClr val="dk1"/>
              </a:buClr>
              <a:buSzPts val="1600"/>
              <a:buChar char="•"/>
              <a:defRPr sz="1600">
                <a:latin typeface="Calibri"/>
                <a:ea typeface="Calibri"/>
                <a:cs typeface="Calibri"/>
                <a:sym typeface="Calibri"/>
              </a:defRPr>
            </a:lvl2pPr>
            <a:lvl3pPr indent="-330200" lvl="2" marL="1371600" algn="l">
              <a:lnSpc>
                <a:spcPct val="100000"/>
              </a:lnSpc>
              <a:spcBef>
                <a:spcPts val="500"/>
              </a:spcBef>
              <a:spcAft>
                <a:spcPts val="0"/>
              </a:spcAft>
              <a:buClr>
                <a:schemeClr val="dk1"/>
              </a:buClr>
              <a:buSzPts val="1600"/>
              <a:buChar char="•"/>
              <a:defRPr sz="1600">
                <a:latin typeface="Calibri"/>
                <a:ea typeface="Calibri"/>
                <a:cs typeface="Calibri"/>
                <a:sym typeface="Calibri"/>
              </a:defRPr>
            </a:lvl3pPr>
            <a:lvl4pPr indent="-330200" lvl="3" marL="1828800" algn="l">
              <a:lnSpc>
                <a:spcPct val="100000"/>
              </a:lnSpc>
              <a:spcBef>
                <a:spcPts val="50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00000"/>
              </a:lnSpc>
              <a:spcBef>
                <a:spcPts val="50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54"/>
          <p:cNvSpPr txBox="1"/>
          <p:nvPr>
            <p:ph idx="2" type="body"/>
          </p:nvPr>
        </p:nvSpPr>
        <p:spPr>
          <a:xfrm>
            <a:off x="5833265" y="2330824"/>
            <a:ext cx="4693727" cy="3846139"/>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chemeClr val="dk1"/>
              </a:buClr>
              <a:buSzPts val="1600"/>
              <a:buChar char="•"/>
              <a:defRPr sz="1600">
                <a:latin typeface="Calibri"/>
                <a:ea typeface="Calibri"/>
                <a:cs typeface="Calibri"/>
                <a:sym typeface="Calibri"/>
              </a:defRPr>
            </a:lvl1pPr>
            <a:lvl2pPr indent="-330200" lvl="1" marL="914400" algn="l">
              <a:lnSpc>
                <a:spcPct val="100000"/>
              </a:lnSpc>
              <a:spcBef>
                <a:spcPts val="500"/>
              </a:spcBef>
              <a:spcAft>
                <a:spcPts val="0"/>
              </a:spcAft>
              <a:buClr>
                <a:schemeClr val="dk1"/>
              </a:buClr>
              <a:buSzPts val="1600"/>
              <a:buChar char="•"/>
              <a:defRPr sz="1600">
                <a:latin typeface="Calibri"/>
                <a:ea typeface="Calibri"/>
                <a:cs typeface="Calibri"/>
                <a:sym typeface="Calibri"/>
              </a:defRPr>
            </a:lvl2pPr>
            <a:lvl3pPr indent="-330200" lvl="2" marL="1371600" algn="l">
              <a:lnSpc>
                <a:spcPct val="100000"/>
              </a:lnSpc>
              <a:spcBef>
                <a:spcPts val="500"/>
              </a:spcBef>
              <a:spcAft>
                <a:spcPts val="0"/>
              </a:spcAft>
              <a:buClr>
                <a:schemeClr val="dk1"/>
              </a:buClr>
              <a:buSzPts val="1600"/>
              <a:buChar char="•"/>
              <a:defRPr sz="1600">
                <a:latin typeface="Calibri"/>
                <a:ea typeface="Calibri"/>
                <a:cs typeface="Calibri"/>
                <a:sym typeface="Calibri"/>
              </a:defRPr>
            </a:lvl3pPr>
            <a:lvl4pPr indent="-330200" lvl="3" marL="1828800" algn="l">
              <a:lnSpc>
                <a:spcPct val="100000"/>
              </a:lnSpc>
              <a:spcBef>
                <a:spcPts val="50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00000"/>
              </a:lnSpc>
              <a:spcBef>
                <a:spcPts val="50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54"/>
          <p:cNvSpPr txBox="1"/>
          <p:nvPr>
            <p:ph idx="3" type="body"/>
          </p:nvPr>
        </p:nvSpPr>
        <p:spPr>
          <a:xfrm>
            <a:off x="392624" y="1468740"/>
            <a:ext cx="4672156"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b="1" sz="28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7" name="Google Shape;157;p54"/>
          <p:cNvSpPr txBox="1"/>
          <p:nvPr>
            <p:ph idx="4" type="body"/>
          </p:nvPr>
        </p:nvSpPr>
        <p:spPr>
          <a:xfrm>
            <a:off x="5833265" y="1468740"/>
            <a:ext cx="4695165"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b="1" sz="28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cxnSp>
        <p:nvCxnSpPr>
          <p:cNvPr id="158" name="Google Shape;158;p54"/>
          <p:cNvCxnSpPr/>
          <p:nvPr/>
        </p:nvCxnSpPr>
        <p:spPr>
          <a:xfrm>
            <a:off x="11057682"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_3">
  <p:cSld name="Comparison_3">
    <p:spTree>
      <p:nvGrpSpPr>
        <p:cNvPr id="159" name="Shape 159"/>
        <p:cNvGrpSpPr/>
        <p:nvPr/>
      </p:nvGrpSpPr>
      <p:grpSpPr>
        <a:xfrm>
          <a:off x="0" y="0"/>
          <a:ext cx="0" cy="0"/>
          <a:chOff x="0" y="0"/>
          <a:chExt cx="0" cy="0"/>
        </a:xfrm>
      </p:grpSpPr>
      <p:sp>
        <p:nvSpPr>
          <p:cNvPr id="160" name="Google Shape;160;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3" name="Google Shape;163;p55"/>
          <p:cNvSpPr txBox="1"/>
          <p:nvPr>
            <p:ph type="ctrTitle"/>
          </p:nvPr>
        </p:nvSpPr>
        <p:spPr>
          <a:xfrm>
            <a:off x="392623" y="339645"/>
            <a:ext cx="11369068"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500"/>
              <a:buFont typeface="Arial"/>
              <a:buNone/>
              <a:defRPr b="0" i="0" sz="45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55"/>
          <p:cNvSpPr txBox="1"/>
          <p:nvPr>
            <p:ph idx="1" type="body"/>
          </p:nvPr>
        </p:nvSpPr>
        <p:spPr>
          <a:xfrm>
            <a:off x="392623" y="2330824"/>
            <a:ext cx="5181600" cy="3846139"/>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chemeClr val="dk1"/>
              </a:buClr>
              <a:buSzPts val="1600"/>
              <a:buChar char="•"/>
              <a:defRPr sz="1600">
                <a:latin typeface="Calibri"/>
                <a:ea typeface="Calibri"/>
                <a:cs typeface="Calibri"/>
                <a:sym typeface="Calibri"/>
              </a:defRPr>
            </a:lvl1pPr>
            <a:lvl2pPr indent="-330200" lvl="1" marL="914400" algn="l">
              <a:lnSpc>
                <a:spcPct val="100000"/>
              </a:lnSpc>
              <a:spcBef>
                <a:spcPts val="500"/>
              </a:spcBef>
              <a:spcAft>
                <a:spcPts val="0"/>
              </a:spcAft>
              <a:buClr>
                <a:schemeClr val="dk1"/>
              </a:buClr>
              <a:buSzPts val="1600"/>
              <a:buChar char="•"/>
              <a:defRPr sz="1600">
                <a:latin typeface="Calibri"/>
                <a:ea typeface="Calibri"/>
                <a:cs typeface="Calibri"/>
                <a:sym typeface="Calibri"/>
              </a:defRPr>
            </a:lvl2pPr>
            <a:lvl3pPr indent="-330200" lvl="2" marL="1371600" algn="l">
              <a:lnSpc>
                <a:spcPct val="100000"/>
              </a:lnSpc>
              <a:spcBef>
                <a:spcPts val="500"/>
              </a:spcBef>
              <a:spcAft>
                <a:spcPts val="0"/>
              </a:spcAft>
              <a:buClr>
                <a:schemeClr val="dk1"/>
              </a:buClr>
              <a:buSzPts val="1600"/>
              <a:buChar char="•"/>
              <a:defRPr sz="1600">
                <a:latin typeface="Calibri"/>
                <a:ea typeface="Calibri"/>
                <a:cs typeface="Calibri"/>
                <a:sym typeface="Calibri"/>
              </a:defRPr>
            </a:lvl3pPr>
            <a:lvl4pPr indent="-330200" lvl="3" marL="1828800" algn="l">
              <a:lnSpc>
                <a:spcPct val="100000"/>
              </a:lnSpc>
              <a:spcBef>
                <a:spcPts val="50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00000"/>
              </a:lnSpc>
              <a:spcBef>
                <a:spcPts val="50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55"/>
          <p:cNvSpPr txBox="1"/>
          <p:nvPr>
            <p:ph idx="2" type="body"/>
          </p:nvPr>
        </p:nvSpPr>
        <p:spPr>
          <a:xfrm>
            <a:off x="6172200" y="2330824"/>
            <a:ext cx="5181600" cy="3846139"/>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chemeClr val="dk1"/>
              </a:buClr>
              <a:buSzPts val="1600"/>
              <a:buChar char="•"/>
              <a:defRPr sz="1600">
                <a:latin typeface="Calibri"/>
                <a:ea typeface="Calibri"/>
                <a:cs typeface="Calibri"/>
                <a:sym typeface="Calibri"/>
              </a:defRPr>
            </a:lvl1pPr>
            <a:lvl2pPr indent="-330200" lvl="1" marL="914400" algn="l">
              <a:lnSpc>
                <a:spcPct val="100000"/>
              </a:lnSpc>
              <a:spcBef>
                <a:spcPts val="500"/>
              </a:spcBef>
              <a:spcAft>
                <a:spcPts val="0"/>
              </a:spcAft>
              <a:buClr>
                <a:schemeClr val="dk1"/>
              </a:buClr>
              <a:buSzPts val="1600"/>
              <a:buChar char="•"/>
              <a:defRPr sz="1600">
                <a:latin typeface="Calibri"/>
                <a:ea typeface="Calibri"/>
                <a:cs typeface="Calibri"/>
                <a:sym typeface="Calibri"/>
              </a:defRPr>
            </a:lvl2pPr>
            <a:lvl3pPr indent="-330200" lvl="2" marL="1371600" algn="l">
              <a:lnSpc>
                <a:spcPct val="100000"/>
              </a:lnSpc>
              <a:spcBef>
                <a:spcPts val="500"/>
              </a:spcBef>
              <a:spcAft>
                <a:spcPts val="0"/>
              </a:spcAft>
              <a:buClr>
                <a:schemeClr val="dk1"/>
              </a:buClr>
              <a:buSzPts val="1600"/>
              <a:buChar char="•"/>
              <a:defRPr sz="1600">
                <a:latin typeface="Calibri"/>
                <a:ea typeface="Calibri"/>
                <a:cs typeface="Calibri"/>
                <a:sym typeface="Calibri"/>
              </a:defRPr>
            </a:lvl3pPr>
            <a:lvl4pPr indent="-330200" lvl="3" marL="1828800" algn="l">
              <a:lnSpc>
                <a:spcPct val="100000"/>
              </a:lnSpc>
              <a:spcBef>
                <a:spcPts val="50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00000"/>
              </a:lnSpc>
              <a:spcBef>
                <a:spcPts val="50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55"/>
          <p:cNvSpPr txBox="1"/>
          <p:nvPr>
            <p:ph idx="3" type="body"/>
          </p:nvPr>
        </p:nvSpPr>
        <p:spPr>
          <a:xfrm>
            <a:off x="392623" y="1468740"/>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b="1" sz="28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7" name="Google Shape;167;p55"/>
          <p:cNvSpPr txBox="1"/>
          <p:nvPr>
            <p:ph idx="4" type="body"/>
          </p:nvPr>
        </p:nvSpPr>
        <p:spPr>
          <a:xfrm>
            <a:off x="6172200" y="1468740"/>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b="1" sz="28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cxnSp>
        <p:nvCxnSpPr>
          <p:cNvPr id="168" name="Google Shape;168;p55"/>
          <p:cNvCxnSpPr/>
          <p:nvPr/>
        </p:nvCxnSpPr>
        <p:spPr>
          <a:xfrm>
            <a:off x="392623" y="1405468"/>
            <a:ext cx="11369068" cy="0"/>
          </a:xfrm>
          <a:prstGeom prst="straightConnector1">
            <a:avLst/>
          </a:prstGeom>
          <a:noFill/>
          <a:ln cap="flat" cmpd="sng" w="12700">
            <a:solidFill>
              <a:srgbClr val="262626"/>
            </a:solidFill>
            <a:prstDash val="solid"/>
            <a:miter lim="800000"/>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_5">
  <p:cSld name="Comparison_5">
    <p:spTree>
      <p:nvGrpSpPr>
        <p:cNvPr id="169" name="Shape 169"/>
        <p:cNvGrpSpPr/>
        <p:nvPr/>
      </p:nvGrpSpPr>
      <p:grpSpPr>
        <a:xfrm>
          <a:off x="0" y="0"/>
          <a:ext cx="0" cy="0"/>
          <a:chOff x="0" y="0"/>
          <a:chExt cx="0" cy="0"/>
        </a:xfrm>
      </p:grpSpPr>
      <p:sp>
        <p:nvSpPr>
          <p:cNvPr id="170" name="Google Shape;170;p56"/>
          <p:cNvSpPr/>
          <p:nvPr>
            <p:ph idx="2" type="pic"/>
          </p:nvPr>
        </p:nvSpPr>
        <p:spPr>
          <a:xfrm>
            <a:off x="1" y="-1"/>
            <a:ext cx="12192000" cy="6857999"/>
          </a:xfrm>
          <a:prstGeom prst="rect">
            <a:avLst/>
          </a:prstGeom>
          <a:solidFill>
            <a:srgbClr val="012F62"/>
          </a:solidFill>
          <a:ln>
            <a:noFill/>
          </a:ln>
        </p:spPr>
      </p:sp>
      <p:cxnSp>
        <p:nvCxnSpPr>
          <p:cNvPr id="171" name="Google Shape;171;p56"/>
          <p:cNvCxnSpPr/>
          <p:nvPr/>
        </p:nvCxnSpPr>
        <p:spPr>
          <a:xfrm>
            <a:off x="0" y="5992966"/>
            <a:ext cx="12192000" cy="0"/>
          </a:xfrm>
          <a:prstGeom prst="straightConnector1">
            <a:avLst/>
          </a:prstGeom>
          <a:noFill/>
          <a:ln cap="flat" cmpd="sng" w="12700">
            <a:solidFill>
              <a:schemeClr val="lt1"/>
            </a:solidFill>
            <a:prstDash val="solid"/>
            <a:miter lim="800000"/>
            <a:headEnd len="sm" w="sm" type="none"/>
            <a:tailEnd len="sm" w="sm" type="none"/>
          </a:ln>
        </p:spPr>
      </p:cxnSp>
      <p:sp>
        <p:nvSpPr>
          <p:cNvPr id="172" name="Google Shape;172;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5" name="Google Shape;175;p56"/>
          <p:cNvSpPr txBox="1"/>
          <p:nvPr>
            <p:ph type="ctrTitle"/>
          </p:nvPr>
        </p:nvSpPr>
        <p:spPr>
          <a:xfrm>
            <a:off x="392623" y="339645"/>
            <a:ext cx="11369068"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lt1"/>
              </a:buClr>
              <a:buSzPts val="4500"/>
              <a:buFont typeface="Arial"/>
              <a:buNone/>
              <a:defRPr b="0" i="0" sz="45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56"/>
          <p:cNvSpPr txBox="1"/>
          <p:nvPr>
            <p:ph idx="1" type="body"/>
          </p:nvPr>
        </p:nvSpPr>
        <p:spPr>
          <a:xfrm>
            <a:off x="392623" y="2330824"/>
            <a:ext cx="5181600" cy="3846139"/>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chemeClr val="lt1"/>
              </a:buClr>
              <a:buSzPts val="1600"/>
              <a:buChar char="•"/>
              <a:defRPr sz="1600">
                <a:solidFill>
                  <a:schemeClr val="lt1"/>
                </a:solidFill>
                <a:latin typeface="Calibri"/>
                <a:ea typeface="Calibri"/>
                <a:cs typeface="Calibri"/>
                <a:sym typeface="Calibri"/>
              </a:defRPr>
            </a:lvl1pPr>
            <a:lvl2pPr indent="-330200" lvl="1" marL="914400" algn="l">
              <a:lnSpc>
                <a:spcPct val="100000"/>
              </a:lnSpc>
              <a:spcBef>
                <a:spcPts val="500"/>
              </a:spcBef>
              <a:spcAft>
                <a:spcPts val="0"/>
              </a:spcAft>
              <a:buClr>
                <a:schemeClr val="lt1"/>
              </a:buClr>
              <a:buSzPts val="1600"/>
              <a:buChar char="•"/>
              <a:defRPr sz="1600">
                <a:solidFill>
                  <a:schemeClr val="lt1"/>
                </a:solidFill>
                <a:latin typeface="Calibri"/>
                <a:ea typeface="Calibri"/>
                <a:cs typeface="Calibri"/>
                <a:sym typeface="Calibri"/>
              </a:defRPr>
            </a:lvl2pPr>
            <a:lvl3pPr indent="-330200" lvl="2" marL="1371600" algn="l">
              <a:lnSpc>
                <a:spcPct val="100000"/>
              </a:lnSpc>
              <a:spcBef>
                <a:spcPts val="500"/>
              </a:spcBef>
              <a:spcAft>
                <a:spcPts val="0"/>
              </a:spcAft>
              <a:buClr>
                <a:schemeClr val="lt1"/>
              </a:buClr>
              <a:buSzPts val="1600"/>
              <a:buChar char="•"/>
              <a:defRPr sz="1600">
                <a:solidFill>
                  <a:schemeClr val="lt1"/>
                </a:solidFill>
                <a:latin typeface="Calibri"/>
                <a:ea typeface="Calibri"/>
                <a:cs typeface="Calibri"/>
                <a:sym typeface="Calibri"/>
              </a:defRPr>
            </a:lvl3pPr>
            <a:lvl4pPr indent="-330200" lvl="3" marL="1828800" algn="l">
              <a:lnSpc>
                <a:spcPct val="100000"/>
              </a:lnSpc>
              <a:spcBef>
                <a:spcPts val="500"/>
              </a:spcBef>
              <a:spcAft>
                <a:spcPts val="0"/>
              </a:spcAft>
              <a:buClr>
                <a:schemeClr val="lt1"/>
              </a:buClr>
              <a:buSzPts val="1600"/>
              <a:buChar char="•"/>
              <a:defRPr sz="1600">
                <a:solidFill>
                  <a:schemeClr val="lt1"/>
                </a:solidFill>
                <a:latin typeface="Calibri"/>
                <a:ea typeface="Calibri"/>
                <a:cs typeface="Calibri"/>
                <a:sym typeface="Calibri"/>
              </a:defRPr>
            </a:lvl4pPr>
            <a:lvl5pPr indent="-330200" lvl="4" marL="2286000" algn="l">
              <a:lnSpc>
                <a:spcPct val="100000"/>
              </a:lnSpc>
              <a:spcBef>
                <a:spcPts val="500"/>
              </a:spcBef>
              <a:spcAft>
                <a:spcPts val="0"/>
              </a:spcAft>
              <a:buClr>
                <a:schemeClr val="lt1"/>
              </a:buClr>
              <a:buSzPts val="1600"/>
              <a:buChar char="•"/>
              <a:defRPr sz="1600">
                <a:solidFill>
                  <a:schemeClr val="lt1"/>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56"/>
          <p:cNvSpPr txBox="1"/>
          <p:nvPr>
            <p:ph idx="3" type="body"/>
          </p:nvPr>
        </p:nvSpPr>
        <p:spPr>
          <a:xfrm>
            <a:off x="6172200" y="2330824"/>
            <a:ext cx="5181600" cy="3846139"/>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chemeClr val="lt1"/>
              </a:buClr>
              <a:buSzPts val="1600"/>
              <a:buChar char="•"/>
              <a:defRPr sz="1600">
                <a:solidFill>
                  <a:schemeClr val="lt1"/>
                </a:solidFill>
                <a:latin typeface="Calibri"/>
                <a:ea typeface="Calibri"/>
                <a:cs typeface="Calibri"/>
                <a:sym typeface="Calibri"/>
              </a:defRPr>
            </a:lvl1pPr>
            <a:lvl2pPr indent="-330200" lvl="1" marL="914400" algn="l">
              <a:lnSpc>
                <a:spcPct val="100000"/>
              </a:lnSpc>
              <a:spcBef>
                <a:spcPts val="500"/>
              </a:spcBef>
              <a:spcAft>
                <a:spcPts val="0"/>
              </a:spcAft>
              <a:buClr>
                <a:schemeClr val="lt1"/>
              </a:buClr>
              <a:buSzPts val="1600"/>
              <a:buChar char="•"/>
              <a:defRPr sz="1600">
                <a:solidFill>
                  <a:schemeClr val="lt1"/>
                </a:solidFill>
                <a:latin typeface="Calibri"/>
                <a:ea typeface="Calibri"/>
                <a:cs typeface="Calibri"/>
                <a:sym typeface="Calibri"/>
              </a:defRPr>
            </a:lvl2pPr>
            <a:lvl3pPr indent="-330200" lvl="2" marL="1371600" algn="l">
              <a:lnSpc>
                <a:spcPct val="100000"/>
              </a:lnSpc>
              <a:spcBef>
                <a:spcPts val="500"/>
              </a:spcBef>
              <a:spcAft>
                <a:spcPts val="0"/>
              </a:spcAft>
              <a:buClr>
                <a:schemeClr val="lt1"/>
              </a:buClr>
              <a:buSzPts val="1600"/>
              <a:buChar char="•"/>
              <a:defRPr sz="1600">
                <a:solidFill>
                  <a:schemeClr val="lt1"/>
                </a:solidFill>
                <a:latin typeface="Calibri"/>
                <a:ea typeface="Calibri"/>
                <a:cs typeface="Calibri"/>
                <a:sym typeface="Calibri"/>
              </a:defRPr>
            </a:lvl3pPr>
            <a:lvl4pPr indent="-330200" lvl="3" marL="1828800" algn="l">
              <a:lnSpc>
                <a:spcPct val="100000"/>
              </a:lnSpc>
              <a:spcBef>
                <a:spcPts val="500"/>
              </a:spcBef>
              <a:spcAft>
                <a:spcPts val="0"/>
              </a:spcAft>
              <a:buClr>
                <a:schemeClr val="lt1"/>
              </a:buClr>
              <a:buSzPts val="1600"/>
              <a:buChar char="•"/>
              <a:defRPr sz="1600">
                <a:solidFill>
                  <a:schemeClr val="lt1"/>
                </a:solidFill>
                <a:latin typeface="Calibri"/>
                <a:ea typeface="Calibri"/>
                <a:cs typeface="Calibri"/>
                <a:sym typeface="Calibri"/>
              </a:defRPr>
            </a:lvl4pPr>
            <a:lvl5pPr indent="-330200" lvl="4" marL="2286000" algn="l">
              <a:lnSpc>
                <a:spcPct val="100000"/>
              </a:lnSpc>
              <a:spcBef>
                <a:spcPts val="500"/>
              </a:spcBef>
              <a:spcAft>
                <a:spcPts val="0"/>
              </a:spcAft>
              <a:buClr>
                <a:schemeClr val="lt1"/>
              </a:buClr>
              <a:buSzPts val="1600"/>
              <a:buChar char="•"/>
              <a:defRPr sz="1600">
                <a:solidFill>
                  <a:schemeClr val="lt1"/>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56"/>
          <p:cNvSpPr txBox="1"/>
          <p:nvPr>
            <p:ph idx="4" type="body"/>
          </p:nvPr>
        </p:nvSpPr>
        <p:spPr>
          <a:xfrm>
            <a:off x="392623" y="1468740"/>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9" name="Google Shape;179;p56"/>
          <p:cNvSpPr txBox="1"/>
          <p:nvPr>
            <p:ph idx="5" type="body"/>
          </p:nvPr>
        </p:nvSpPr>
        <p:spPr>
          <a:xfrm>
            <a:off x="6172200" y="1468740"/>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cxnSp>
        <p:nvCxnSpPr>
          <p:cNvPr id="180" name="Google Shape;180;p56"/>
          <p:cNvCxnSpPr/>
          <p:nvPr/>
        </p:nvCxnSpPr>
        <p:spPr>
          <a:xfrm>
            <a:off x="392623" y="1405468"/>
            <a:ext cx="11369068" cy="0"/>
          </a:xfrm>
          <a:prstGeom prst="straightConnector1">
            <a:avLst/>
          </a:prstGeom>
          <a:noFill/>
          <a:ln cap="flat" cmpd="sng" w="12700">
            <a:solidFill>
              <a:srgbClr val="262626"/>
            </a:solidFill>
            <a:prstDash val="solid"/>
            <a:miter lim="800000"/>
            <a:headEnd len="sm" w="sm" type="none"/>
            <a:tailEnd len="sm" w="sm"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_2">
  <p:cSld name="Image_2">
    <p:spTree>
      <p:nvGrpSpPr>
        <p:cNvPr id="181" name="Shape 181"/>
        <p:cNvGrpSpPr/>
        <p:nvPr/>
      </p:nvGrpSpPr>
      <p:grpSpPr>
        <a:xfrm>
          <a:off x="0" y="0"/>
          <a:ext cx="0" cy="0"/>
          <a:chOff x="0" y="0"/>
          <a:chExt cx="0" cy="0"/>
        </a:xfrm>
      </p:grpSpPr>
      <p:sp>
        <p:nvSpPr>
          <p:cNvPr id="182" name="Google Shape;182;p57"/>
          <p:cNvSpPr/>
          <p:nvPr>
            <p:ph idx="2" type="pic"/>
          </p:nvPr>
        </p:nvSpPr>
        <p:spPr>
          <a:xfrm>
            <a:off x="392623" y="588936"/>
            <a:ext cx="11432584" cy="5976637"/>
          </a:xfrm>
          <a:prstGeom prst="rect">
            <a:avLst/>
          </a:prstGeom>
          <a:solidFill>
            <a:srgbClr val="012F62"/>
          </a:solidFill>
          <a:ln>
            <a:noFill/>
          </a:ln>
        </p:spPr>
      </p:sp>
      <p:cxnSp>
        <p:nvCxnSpPr>
          <p:cNvPr id="183" name="Google Shape;183;p57"/>
          <p:cNvCxnSpPr/>
          <p:nvPr/>
        </p:nvCxnSpPr>
        <p:spPr>
          <a:xfrm>
            <a:off x="0" y="292426"/>
            <a:ext cx="12192000" cy="0"/>
          </a:xfrm>
          <a:prstGeom prst="straightConnector1">
            <a:avLst/>
          </a:prstGeom>
          <a:noFill/>
          <a:ln cap="flat" cmpd="sng" w="12700">
            <a:solidFill>
              <a:schemeClr val="dk1"/>
            </a:solidFill>
            <a:prstDash val="solid"/>
            <a:miter lim="800000"/>
            <a:headEnd len="sm" w="sm" type="none"/>
            <a:tailEnd len="sm" w="sm" type="none"/>
          </a:ln>
        </p:spPr>
      </p:cxnSp>
      <p:sp>
        <p:nvSpPr>
          <p:cNvPr id="184" name="Google Shape;184;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_3">
  <p:cSld name="Image_3">
    <p:spTree>
      <p:nvGrpSpPr>
        <p:cNvPr id="185" name="Shape 185"/>
        <p:cNvGrpSpPr/>
        <p:nvPr/>
      </p:nvGrpSpPr>
      <p:grpSpPr>
        <a:xfrm>
          <a:off x="0" y="0"/>
          <a:ext cx="0" cy="0"/>
          <a:chOff x="0" y="0"/>
          <a:chExt cx="0" cy="0"/>
        </a:xfrm>
      </p:grpSpPr>
      <p:sp>
        <p:nvSpPr>
          <p:cNvPr id="186" name="Google Shape;186;p58"/>
          <p:cNvSpPr/>
          <p:nvPr>
            <p:ph idx="2" type="pic"/>
          </p:nvPr>
        </p:nvSpPr>
        <p:spPr>
          <a:xfrm>
            <a:off x="392623" y="292426"/>
            <a:ext cx="10219457" cy="6273148"/>
          </a:xfrm>
          <a:prstGeom prst="rect">
            <a:avLst/>
          </a:prstGeom>
          <a:solidFill>
            <a:srgbClr val="012F62"/>
          </a:solidFill>
          <a:ln>
            <a:noFill/>
          </a:ln>
        </p:spPr>
      </p:sp>
      <p:cxnSp>
        <p:nvCxnSpPr>
          <p:cNvPr id="187" name="Google Shape;187;p58"/>
          <p:cNvCxnSpPr/>
          <p:nvPr/>
        </p:nvCxnSpPr>
        <p:spPr>
          <a:xfrm>
            <a:off x="11057682" y="0"/>
            <a:ext cx="0" cy="6858000"/>
          </a:xfrm>
          <a:prstGeom prst="straightConnector1">
            <a:avLst/>
          </a:prstGeom>
          <a:noFill/>
          <a:ln cap="flat" cmpd="sng" w="12700">
            <a:solidFill>
              <a:schemeClr val="dk1"/>
            </a:solidFill>
            <a:prstDash val="solid"/>
            <a:miter lim="800000"/>
            <a:headEnd len="sm" w="sm" type="none"/>
            <a:tailEnd len="sm" w="sm" type="none"/>
          </a:ln>
        </p:spPr>
      </p:cxnSp>
      <p:sp>
        <p:nvSpPr>
          <p:cNvPr id="188" name="Google Shape;18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_4">
  <p:cSld name="Image_4">
    <p:bg>
      <p:bgPr>
        <a:solidFill>
          <a:srgbClr val="012F62"/>
        </a:solidFill>
      </p:bgPr>
    </p:bg>
    <p:spTree>
      <p:nvGrpSpPr>
        <p:cNvPr id="189" name="Shape 189"/>
        <p:cNvGrpSpPr/>
        <p:nvPr/>
      </p:nvGrpSpPr>
      <p:grpSpPr>
        <a:xfrm>
          <a:off x="0" y="0"/>
          <a:ext cx="0" cy="0"/>
          <a:chOff x="0" y="0"/>
          <a:chExt cx="0" cy="0"/>
        </a:xfrm>
      </p:grpSpPr>
      <p:sp>
        <p:nvSpPr>
          <p:cNvPr id="190" name="Google Shape;190;p59"/>
          <p:cNvSpPr/>
          <p:nvPr>
            <p:ph idx="2" type="pic"/>
          </p:nvPr>
        </p:nvSpPr>
        <p:spPr>
          <a:xfrm>
            <a:off x="1134319" y="0"/>
            <a:ext cx="11057680" cy="6858000"/>
          </a:xfrm>
          <a:prstGeom prst="rect">
            <a:avLst/>
          </a:prstGeom>
          <a:solidFill>
            <a:srgbClr val="012F62"/>
          </a:solidFill>
          <a:ln>
            <a:noFill/>
          </a:ln>
        </p:spPr>
      </p:sp>
      <p:cxnSp>
        <p:nvCxnSpPr>
          <p:cNvPr id="191" name="Google Shape;191;p59"/>
          <p:cNvCxnSpPr/>
          <p:nvPr/>
        </p:nvCxnSpPr>
        <p:spPr>
          <a:xfrm>
            <a:off x="1124487" y="0"/>
            <a:ext cx="0" cy="6858000"/>
          </a:xfrm>
          <a:prstGeom prst="straightConnector1">
            <a:avLst/>
          </a:prstGeom>
          <a:noFill/>
          <a:ln cap="flat" cmpd="sng" w="12700">
            <a:solidFill>
              <a:schemeClr val="lt1"/>
            </a:solidFill>
            <a:prstDash val="solid"/>
            <a:miter lim="800000"/>
            <a:headEnd len="sm" w="sm" type="none"/>
            <a:tailEnd len="sm" w="sm" type="none"/>
          </a:ln>
        </p:spPr>
      </p:cxnSp>
      <p:sp>
        <p:nvSpPr>
          <p:cNvPr id="192" name="Google Shape;192;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_5">
  <p:cSld name="Image_5">
    <p:spTree>
      <p:nvGrpSpPr>
        <p:cNvPr id="193" name="Shape 193"/>
        <p:cNvGrpSpPr/>
        <p:nvPr/>
      </p:nvGrpSpPr>
      <p:grpSpPr>
        <a:xfrm>
          <a:off x="0" y="0"/>
          <a:ext cx="0" cy="0"/>
          <a:chOff x="0" y="0"/>
          <a:chExt cx="0" cy="0"/>
        </a:xfrm>
      </p:grpSpPr>
      <p:sp>
        <p:nvSpPr>
          <p:cNvPr id="194" name="Google Shape;194;p60"/>
          <p:cNvSpPr/>
          <p:nvPr>
            <p:ph idx="2" type="pic"/>
          </p:nvPr>
        </p:nvSpPr>
        <p:spPr>
          <a:xfrm>
            <a:off x="0" y="0"/>
            <a:ext cx="12191999" cy="6858000"/>
          </a:xfrm>
          <a:prstGeom prst="rect">
            <a:avLst/>
          </a:prstGeom>
          <a:solidFill>
            <a:srgbClr val="012F62"/>
          </a:solidFill>
          <a:ln>
            <a:noFill/>
          </a:ln>
        </p:spPr>
      </p:sp>
      <p:cxnSp>
        <p:nvCxnSpPr>
          <p:cNvPr id="195" name="Google Shape;195;p60"/>
          <p:cNvCxnSpPr/>
          <p:nvPr/>
        </p:nvCxnSpPr>
        <p:spPr>
          <a:xfrm>
            <a:off x="0" y="5992966"/>
            <a:ext cx="12192000" cy="0"/>
          </a:xfrm>
          <a:prstGeom prst="straightConnector1">
            <a:avLst/>
          </a:prstGeom>
          <a:noFill/>
          <a:ln cap="flat" cmpd="sng" w="12700">
            <a:solidFill>
              <a:schemeClr val="lt1"/>
            </a:solidFill>
            <a:prstDash val="solid"/>
            <a:miter lim="800000"/>
            <a:headEnd len="sm" w="sm" type="none"/>
            <a:tailEnd len="sm" w="sm" type="none"/>
          </a:ln>
        </p:spPr>
      </p:cxnSp>
      <p:sp>
        <p:nvSpPr>
          <p:cNvPr id="196" name="Google Shape;196;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ontent_2">
  <p:cSld name="Image and Content_2">
    <p:spTree>
      <p:nvGrpSpPr>
        <p:cNvPr id="197" name="Shape 197"/>
        <p:cNvGrpSpPr/>
        <p:nvPr/>
      </p:nvGrpSpPr>
      <p:grpSpPr>
        <a:xfrm>
          <a:off x="0" y="0"/>
          <a:ext cx="0" cy="0"/>
          <a:chOff x="0" y="0"/>
          <a:chExt cx="0" cy="0"/>
        </a:xfrm>
      </p:grpSpPr>
      <p:sp>
        <p:nvSpPr>
          <p:cNvPr id="198" name="Google Shape;198;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1" name="Google Shape;201;p61"/>
          <p:cNvSpPr/>
          <p:nvPr>
            <p:ph idx="2" type="pic"/>
          </p:nvPr>
        </p:nvSpPr>
        <p:spPr>
          <a:xfrm>
            <a:off x="0" y="1"/>
            <a:ext cx="5198641" cy="6858002"/>
          </a:xfrm>
          <a:prstGeom prst="rect">
            <a:avLst/>
          </a:prstGeom>
          <a:solidFill>
            <a:srgbClr val="012F62"/>
          </a:solidFill>
          <a:ln>
            <a:noFill/>
          </a:ln>
        </p:spPr>
      </p:sp>
      <p:sp>
        <p:nvSpPr>
          <p:cNvPr id="202" name="Google Shape;202;p61"/>
          <p:cNvSpPr txBox="1"/>
          <p:nvPr>
            <p:ph type="ctrTitle"/>
          </p:nvPr>
        </p:nvSpPr>
        <p:spPr>
          <a:xfrm>
            <a:off x="5711877" y="339645"/>
            <a:ext cx="4890577"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500"/>
              <a:buFont typeface="Arial"/>
              <a:buNone/>
              <a:defRPr b="0" i="0" sz="45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61"/>
          <p:cNvSpPr txBox="1"/>
          <p:nvPr>
            <p:ph idx="1" type="body"/>
          </p:nvPr>
        </p:nvSpPr>
        <p:spPr>
          <a:xfrm>
            <a:off x="5708797" y="1507066"/>
            <a:ext cx="4890578" cy="48492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dk1"/>
              </a:buClr>
              <a:buSzPts val="1600"/>
              <a:buNone/>
              <a:defRPr sz="1600">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1600"/>
              <a:buNone/>
              <a:defRPr sz="1600">
                <a:latin typeface="Calibri"/>
                <a:ea typeface="Calibri"/>
                <a:cs typeface="Calibri"/>
                <a:sym typeface="Calibri"/>
              </a:defRPr>
            </a:lvl2pPr>
            <a:lvl3pPr indent="-228600" lvl="2" marL="1371600" algn="l">
              <a:lnSpc>
                <a:spcPct val="100000"/>
              </a:lnSpc>
              <a:spcBef>
                <a:spcPts val="500"/>
              </a:spcBef>
              <a:spcAft>
                <a:spcPts val="0"/>
              </a:spcAft>
              <a:buClr>
                <a:schemeClr val="dk1"/>
              </a:buClr>
              <a:buSzPts val="1600"/>
              <a:buNone/>
              <a:defRPr sz="1600">
                <a:latin typeface="Calibri"/>
                <a:ea typeface="Calibri"/>
                <a:cs typeface="Calibri"/>
                <a:sym typeface="Calibri"/>
              </a:defRPr>
            </a:lvl3pPr>
            <a:lvl4pPr indent="-228600" lvl="3" marL="1828800" algn="l">
              <a:lnSpc>
                <a:spcPct val="100000"/>
              </a:lnSpc>
              <a:spcBef>
                <a:spcPts val="500"/>
              </a:spcBef>
              <a:spcAft>
                <a:spcPts val="0"/>
              </a:spcAft>
              <a:buClr>
                <a:schemeClr val="dk1"/>
              </a:buClr>
              <a:buSzPts val="1600"/>
              <a:buNone/>
              <a:defRPr sz="1600">
                <a:latin typeface="Calibri"/>
                <a:ea typeface="Calibri"/>
                <a:cs typeface="Calibri"/>
                <a:sym typeface="Calibri"/>
              </a:defRPr>
            </a:lvl4pPr>
            <a:lvl5pPr indent="-228600" lvl="4" marL="2286000" algn="l">
              <a:lnSpc>
                <a:spcPct val="100000"/>
              </a:lnSpc>
              <a:spcBef>
                <a:spcPts val="500"/>
              </a:spcBef>
              <a:spcAft>
                <a:spcPts val="0"/>
              </a:spcAft>
              <a:buClr>
                <a:schemeClr val="dk1"/>
              </a:buClr>
              <a:buSzPts val="1600"/>
              <a:buNone/>
              <a:defRPr sz="16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04" name="Google Shape;204;p61"/>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205" name="Google Shape;205;p61"/>
          <p:cNvCxnSpPr/>
          <p:nvPr/>
        </p:nvCxnSpPr>
        <p:spPr>
          <a:xfrm>
            <a:off x="11057682"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ontent_5">
  <p:cSld name="Image and Content_5">
    <p:spTree>
      <p:nvGrpSpPr>
        <p:cNvPr id="206" name="Shape 206"/>
        <p:cNvGrpSpPr/>
        <p:nvPr/>
      </p:nvGrpSpPr>
      <p:grpSpPr>
        <a:xfrm>
          <a:off x="0" y="0"/>
          <a:ext cx="0" cy="0"/>
          <a:chOff x="0" y="0"/>
          <a:chExt cx="0" cy="0"/>
        </a:xfrm>
      </p:grpSpPr>
      <p:sp>
        <p:nvSpPr>
          <p:cNvPr id="207" name="Google Shape;207;p62"/>
          <p:cNvSpPr/>
          <p:nvPr>
            <p:ph idx="2" type="pic"/>
          </p:nvPr>
        </p:nvSpPr>
        <p:spPr>
          <a:xfrm>
            <a:off x="1" y="1"/>
            <a:ext cx="12192000" cy="6858002"/>
          </a:xfrm>
          <a:prstGeom prst="rect">
            <a:avLst/>
          </a:prstGeom>
          <a:solidFill>
            <a:srgbClr val="012F62"/>
          </a:solidFill>
          <a:ln>
            <a:noFill/>
          </a:ln>
        </p:spPr>
      </p:sp>
      <p:sp>
        <p:nvSpPr>
          <p:cNvPr id="208" name="Google Shape;208;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11" name="Google Shape;211;p62"/>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212" name="Google Shape;212;p62"/>
          <p:cNvCxnSpPr/>
          <p:nvPr/>
        </p:nvCxnSpPr>
        <p:spPr>
          <a:xfrm>
            <a:off x="0" y="5992966"/>
            <a:ext cx="12192000" cy="0"/>
          </a:xfrm>
          <a:prstGeom prst="straightConnector1">
            <a:avLst/>
          </a:prstGeom>
          <a:noFill/>
          <a:ln cap="flat" cmpd="sng" w="12700">
            <a:solidFill>
              <a:schemeClr val="lt1"/>
            </a:solidFill>
            <a:prstDash val="solid"/>
            <a:miter lim="800000"/>
            <a:headEnd len="sm" w="sm" type="none"/>
            <a:tailEnd len="sm" w="sm" type="none"/>
          </a:ln>
        </p:spPr>
      </p:cxnSp>
      <p:sp>
        <p:nvSpPr>
          <p:cNvPr id="213" name="Google Shape;213;p62"/>
          <p:cNvSpPr txBox="1"/>
          <p:nvPr>
            <p:ph type="ctrTitle"/>
          </p:nvPr>
        </p:nvSpPr>
        <p:spPr>
          <a:xfrm>
            <a:off x="392623" y="339645"/>
            <a:ext cx="4890577"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lt1"/>
              </a:buClr>
              <a:buSzPts val="4500"/>
              <a:buFont typeface="Arial"/>
              <a:buNone/>
              <a:defRPr b="0" i="0" sz="45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62"/>
          <p:cNvSpPr txBox="1"/>
          <p:nvPr>
            <p:ph idx="1" type="body"/>
          </p:nvPr>
        </p:nvSpPr>
        <p:spPr>
          <a:xfrm>
            <a:off x="392624" y="1507066"/>
            <a:ext cx="4890578" cy="48492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2pPr>
            <a:lvl3pPr indent="-228600" lvl="2" marL="13716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3pPr>
            <a:lvl4pPr indent="-228600" lvl="3" marL="18288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4pPr>
            <a:lvl5pPr indent="-228600" lvl="4" marL="2286000" algn="l">
              <a:lnSpc>
                <a:spcPct val="100000"/>
              </a:lnSpc>
              <a:spcBef>
                <a:spcPts val="500"/>
              </a:spcBef>
              <a:spcAft>
                <a:spcPts val="0"/>
              </a:spcAft>
              <a:buClr>
                <a:schemeClr val="lt1"/>
              </a:buClr>
              <a:buSzPts val="1600"/>
              <a:buNone/>
              <a:defRPr sz="1600">
                <a:solidFill>
                  <a:schemeClr val="lt1"/>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aption_1">
  <p:cSld name="Image and Caption_1">
    <p:spTree>
      <p:nvGrpSpPr>
        <p:cNvPr id="215" name="Shape 215"/>
        <p:cNvGrpSpPr/>
        <p:nvPr/>
      </p:nvGrpSpPr>
      <p:grpSpPr>
        <a:xfrm>
          <a:off x="0" y="0"/>
          <a:ext cx="0" cy="0"/>
          <a:chOff x="0" y="0"/>
          <a:chExt cx="0" cy="0"/>
        </a:xfrm>
      </p:grpSpPr>
      <p:sp>
        <p:nvSpPr>
          <p:cNvPr id="216" name="Google Shape;216;p63"/>
          <p:cNvSpPr/>
          <p:nvPr>
            <p:ph idx="2" type="pic"/>
          </p:nvPr>
        </p:nvSpPr>
        <p:spPr>
          <a:xfrm>
            <a:off x="5445942" y="292426"/>
            <a:ext cx="6297515" cy="6273148"/>
          </a:xfrm>
          <a:prstGeom prst="rect">
            <a:avLst/>
          </a:prstGeom>
          <a:solidFill>
            <a:srgbClr val="012F62"/>
          </a:solidFill>
          <a:ln>
            <a:noFill/>
          </a:ln>
        </p:spPr>
      </p:sp>
      <p:sp>
        <p:nvSpPr>
          <p:cNvPr id="217" name="Google Shape;217;p63"/>
          <p:cNvSpPr txBox="1"/>
          <p:nvPr>
            <p:ph type="ctrTitle"/>
          </p:nvPr>
        </p:nvSpPr>
        <p:spPr>
          <a:xfrm>
            <a:off x="1645581" y="4418889"/>
            <a:ext cx="3289100" cy="637507"/>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000"/>
              <a:buFont typeface="Arial"/>
              <a:buNone/>
              <a:defRPr b="0" i="0" sz="40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8" name="Google Shape;218;p63"/>
          <p:cNvSpPr txBox="1"/>
          <p:nvPr>
            <p:ph idx="1" type="body"/>
          </p:nvPr>
        </p:nvSpPr>
        <p:spPr>
          <a:xfrm>
            <a:off x="1645582" y="5080791"/>
            <a:ext cx="3289100" cy="14847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dk1"/>
              </a:buClr>
              <a:buSzPts val="1400"/>
              <a:buNone/>
              <a:defRPr sz="1400">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1400"/>
              <a:buNone/>
              <a:defRPr sz="1400">
                <a:latin typeface="Calibri"/>
                <a:ea typeface="Calibri"/>
                <a:cs typeface="Calibri"/>
                <a:sym typeface="Calibri"/>
              </a:defRPr>
            </a:lvl2pPr>
            <a:lvl3pPr indent="-228600" lvl="2" marL="1371600" algn="l">
              <a:lnSpc>
                <a:spcPct val="100000"/>
              </a:lnSpc>
              <a:spcBef>
                <a:spcPts val="500"/>
              </a:spcBef>
              <a:spcAft>
                <a:spcPts val="0"/>
              </a:spcAft>
              <a:buClr>
                <a:schemeClr val="dk1"/>
              </a:buClr>
              <a:buSzPts val="1400"/>
              <a:buNone/>
              <a:defRPr sz="1400">
                <a:latin typeface="Calibri"/>
                <a:ea typeface="Calibri"/>
                <a:cs typeface="Calibri"/>
                <a:sym typeface="Calibri"/>
              </a:defRPr>
            </a:lvl3pPr>
            <a:lvl4pPr indent="-228600" lvl="3" marL="1828800" algn="l">
              <a:lnSpc>
                <a:spcPct val="100000"/>
              </a:lnSpc>
              <a:spcBef>
                <a:spcPts val="500"/>
              </a:spcBef>
              <a:spcAft>
                <a:spcPts val="0"/>
              </a:spcAft>
              <a:buClr>
                <a:schemeClr val="dk1"/>
              </a:buClr>
              <a:buSzPts val="1400"/>
              <a:buNone/>
              <a:defRPr sz="1400">
                <a:latin typeface="Calibri"/>
                <a:ea typeface="Calibri"/>
                <a:cs typeface="Calibri"/>
                <a:sym typeface="Calibri"/>
              </a:defRPr>
            </a:lvl4pPr>
            <a:lvl5pPr indent="-228600" lvl="4" marL="2286000" algn="l">
              <a:lnSpc>
                <a:spcPct val="100000"/>
              </a:lnSpc>
              <a:spcBef>
                <a:spcPts val="500"/>
              </a:spcBef>
              <a:spcAft>
                <a:spcPts val="0"/>
              </a:spcAft>
              <a:buClr>
                <a:schemeClr val="dk1"/>
              </a:buClr>
              <a:buSzPts val="1400"/>
              <a:buNone/>
              <a:defRPr sz="14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19" name="Google Shape;219;p63"/>
          <p:cNvCxnSpPr/>
          <p:nvPr/>
        </p:nvCxnSpPr>
        <p:spPr>
          <a:xfrm>
            <a:off x="1134319"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aption_2">
  <p:cSld name="Image and Caption_2">
    <p:spTree>
      <p:nvGrpSpPr>
        <p:cNvPr id="220" name="Shape 220"/>
        <p:cNvGrpSpPr/>
        <p:nvPr/>
      </p:nvGrpSpPr>
      <p:grpSpPr>
        <a:xfrm>
          <a:off x="0" y="0"/>
          <a:ext cx="0" cy="0"/>
          <a:chOff x="0" y="0"/>
          <a:chExt cx="0" cy="0"/>
        </a:xfrm>
      </p:grpSpPr>
      <p:sp>
        <p:nvSpPr>
          <p:cNvPr id="221" name="Google Shape;221;p64"/>
          <p:cNvSpPr/>
          <p:nvPr>
            <p:ph idx="2" type="pic"/>
          </p:nvPr>
        </p:nvSpPr>
        <p:spPr>
          <a:xfrm>
            <a:off x="346059" y="292426"/>
            <a:ext cx="6297515" cy="6273148"/>
          </a:xfrm>
          <a:prstGeom prst="rect">
            <a:avLst/>
          </a:prstGeom>
          <a:solidFill>
            <a:srgbClr val="012F62"/>
          </a:solidFill>
          <a:ln>
            <a:noFill/>
          </a:ln>
        </p:spPr>
      </p:sp>
      <p:sp>
        <p:nvSpPr>
          <p:cNvPr id="222" name="Google Shape;222;p64"/>
          <p:cNvSpPr txBox="1"/>
          <p:nvPr>
            <p:ph type="ctrTitle"/>
          </p:nvPr>
        </p:nvSpPr>
        <p:spPr>
          <a:xfrm>
            <a:off x="7313354" y="4418889"/>
            <a:ext cx="3289100" cy="637507"/>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000"/>
              <a:buFont typeface="Arial"/>
              <a:buNone/>
              <a:defRPr b="0" i="0" sz="40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p64"/>
          <p:cNvSpPr txBox="1"/>
          <p:nvPr>
            <p:ph idx="1" type="body"/>
          </p:nvPr>
        </p:nvSpPr>
        <p:spPr>
          <a:xfrm>
            <a:off x="7313355" y="5080791"/>
            <a:ext cx="3289100" cy="14847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dk1"/>
              </a:buClr>
              <a:buSzPts val="1400"/>
              <a:buNone/>
              <a:defRPr sz="1400">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1400"/>
              <a:buNone/>
              <a:defRPr sz="1400">
                <a:latin typeface="Calibri"/>
                <a:ea typeface="Calibri"/>
                <a:cs typeface="Calibri"/>
                <a:sym typeface="Calibri"/>
              </a:defRPr>
            </a:lvl2pPr>
            <a:lvl3pPr indent="-228600" lvl="2" marL="1371600" algn="l">
              <a:lnSpc>
                <a:spcPct val="100000"/>
              </a:lnSpc>
              <a:spcBef>
                <a:spcPts val="500"/>
              </a:spcBef>
              <a:spcAft>
                <a:spcPts val="0"/>
              </a:spcAft>
              <a:buClr>
                <a:schemeClr val="dk1"/>
              </a:buClr>
              <a:buSzPts val="1400"/>
              <a:buNone/>
              <a:defRPr sz="1400">
                <a:latin typeface="Calibri"/>
                <a:ea typeface="Calibri"/>
                <a:cs typeface="Calibri"/>
                <a:sym typeface="Calibri"/>
              </a:defRPr>
            </a:lvl3pPr>
            <a:lvl4pPr indent="-228600" lvl="3" marL="1828800" algn="l">
              <a:lnSpc>
                <a:spcPct val="100000"/>
              </a:lnSpc>
              <a:spcBef>
                <a:spcPts val="500"/>
              </a:spcBef>
              <a:spcAft>
                <a:spcPts val="0"/>
              </a:spcAft>
              <a:buClr>
                <a:schemeClr val="dk1"/>
              </a:buClr>
              <a:buSzPts val="1400"/>
              <a:buNone/>
              <a:defRPr sz="1400">
                <a:latin typeface="Calibri"/>
                <a:ea typeface="Calibri"/>
                <a:cs typeface="Calibri"/>
                <a:sym typeface="Calibri"/>
              </a:defRPr>
            </a:lvl4pPr>
            <a:lvl5pPr indent="-228600" lvl="4" marL="2286000" algn="l">
              <a:lnSpc>
                <a:spcPct val="100000"/>
              </a:lnSpc>
              <a:spcBef>
                <a:spcPts val="500"/>
              </a:spcBef>
              <a:spcAft>
                <a:spcPts val="0"/>
              </a:spcAft>
              <a:buClr>
                <a:schemeClr val="dk1"/>
              </a:buClr>
              <a:buSzPts val="1400"/>
              <a:buNone/>
              <a:defRPr sz="14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4" name="Google Shape;224;p64"/>
          <p:cNvCxnSpPr/>
          <p:nvPr/>
        </p:nvCxnSpPr>
        <p:spPr>
          <a:xfrm>
            <a:off x="11057682"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aption_3">
  <p:cSld name="Image and Caption_3">
    <p:spTree>
      <p:nvGrpSpPr>
        <p:cNvPr id="225" name="Shape 225"/>
        <p:cNvGrpSpPr/>
        <p:nvPr/>
      </p:nvGrpSpPr>
      <p:grpSpPr>
        <a:xfrm>
          <a:off x="0" y="0"/>
          <a:ext cx="0" cy="0"/>
          <a:chOff x="0" y="0"/>
          <a:chExt cx="0" cy="0"/>
        </a:xfrm>
      </p:grpSpPr>
      <p:sp>
        <p:nvSpPr>
          <p:cNvPr id="226" name="Google Shape;226;p65"/>
          <p:cNvSpPr/>
          <p:nvPr>
            <p:ph idx="2" type="pic"/>
          </p:nvPr>
        </p:nvSpPr>
        <p:spPr>
          <a:xfrm>
            <a:off x="5445942" y="292426"/>
            <a:ext cx="6297515" cy="6273148"/>
          </a:xfrm>
          <a:prstGeom prst="rect">
            <a:avLst/>
          </a:prstGeom>
          <a:solidFill>
            <a:srgbClr val="012F62"/>
          </a:solidFill>
          <a:ln>
            <a:noFill/>
          </a:ln>
        </p:spPr>
      </p:sp>
      <p:sp>
        <p:nvSpPr>
          <p:cNvPr id="227" name="Google Shape;227;p65"/>
          <p:cNvSpPr txBox="1"/>
          <p:nvPr>
            <p:ph type="ctrTitle"/>
          </p:nvPr>
        </p:nvSpPr>
        <p:spPr>
          <a:xfrm>
            <a:off x="392622" y="4418889"/>
            <a:ext cx="4609683" cy="637507"/>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000"/>
              <a:buFont typeface="Arial"/>
              <a:buNone/>
              <a:defRPr b="0" i="0" sz="40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65"/>
          <p:cNvSpPr txBox="1"/>
          <p:nvPr>
            <p:ph idx="1" type="body"/>
          </p:nvPr>
        </p:nvSpPr>
        <p:spPr>
          <a:xfrm>
            <a:off x="392622" y="5080791"/>
            <a:ext cx="4609683" cy="14847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dk1"/>
              </a:buClr>
              <a:buSzPts val="1400"/>
              <a:buNone/>
              <a:defRPr sz="1400">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1400"/>
              <a:buNone/>
              <a:defRPr sz="1400">
                <a:latin typeface="Calibri"/>
                <a:ea typeface="Calibri"/>
                <a:cs typeface="Calibri"/>
                <a:sym typeface="Calibri"/>
              </a:defRPr>
            </a:lvl2pPr>
            <a:lvl3pPr indent="-228600" lvl="2" marL="1371600" algn="l">
              <a:lnSpc>
                <a:spcPct val="100000"/>
              </a:lnSpc>
              <a:spcBef>
                <a:spcPts val="500"/>
              </a:spcBef>
              <a:spcAft>
                <a:spcPts val="0"/>
              </a:spcAft>
              <a:buClr>
                <a:schemeClr val="dk1"/>
              </a:buClr>
              <a:buSzPts val="1400"/>
              <a:buNone/>
              <a:defRPr sz="1400">
                <a:latin typeface="Calibri"/>
                <a:ea typeface="Calibri"/>
                <a:cs typeface="Calibri"/>
                <a:sym typeface="Calibri"/>
              </a:defRPr>
            </a:lvl3pPr>
            <a:lvl4pPr indent="-228600" lvl="3" marL="1828800" algn="l">
              <a:lnSpc>
                <a:spcPct val="100000"/>
              </a:lnSpc>
              <a:spcBef>
                <a:spcPts val="500"/>
              </a:spcBef>
              <a:spcAft>
                <a:spcPts val="0"/>
              </a:spcAft>
              <a:buClr>
                <a:schemeClr val="dk1"/>
              </a:buClr>
              <a:buSzPts val="1400"/>
              <a:buNone/>
              <a:defRPr sz="1400">
                <a:latin typeface="Calibri"/>
                <a:ea typeface="Calibri"/>
                <a:cs typeface="Calibri"/>
                <a:sym typeface="Calibri"/>
              </a:defRPr>
            </a:lvl4pPr>
            <a:lvl5pPr indent="-228600" lvl="4" marL="2286000" algn="l">
              <a:lnSpc>
                <a:spcPct val="100000"/>
              </a:lnSpc>
              <a:spcBef>
                <a:spcPts val="500"/>
              </a:spcBef>
              <a:spcAft>
                <a:spcPts val="0"/>
              </a:spcAft>
              <a:buClr>
                <a:schemeClr val="dk1"/>
              </a:buClr>
              <a:buSzPts val="1400"/>
              <a:buNone/>
              <a:defRPr sz="14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9" name="Google Shape;229;p65"/>
          <p:cNvCxnSpPr/>
          <p:nvPr/>
        </p:nvCxnSpPr>
        <p:spPr>
          <a:xfrm>
            <a:off x="392623" y="5080791"/>
            <a:ext cx="4609683" cy="0"/>
          </a:xfrm>
          <a:prstGeom prst="straightConnector1">
            <a:avLst/>
          </a:prstGeom>
          <a:noFill/>
          <a:ln cap="flat" cmpd="sng" w="12700">
            <a:solidFill>
              <a:srgbClr val="262626"/>
            </a:solidFill>
            <a:prstDash val="solid"/>
            <a:miter lim="800000"/>
            <a:headEnd len="sm" w="sm" type="none"/>
            <a:tailEnd len="sm" w="sm"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aption_4">
  <p:cSld name="Image and Caption_4">
    <p:spTree>
      <p:nvGrpSpPr>
        <p:cNvPr id="230" name="Shape 230"/>
        <p:cNvGrpSpPr/>
        <p:nvPr/>
      </p:nvGrpSpPr>
      <p:grpSpPr>
        <a:xfrm>
          <a:off x="0" y="0"/>
          <a:ext cx="0" cy="0"/>
          <a:chOff x="0" y="0"/>
          <a:chExt cx="0" cy="0"/>
        </a:xfrm>
      </p:grpSpPr>
      <p:sp>
        <p:nvSpPr>
          <p:cNvPr id="231" name="Google Shape;231;p66"/>
          <p:cNvSpPr/>
          <p:nvPr>
            <p:ph idx="2" type="pic"/>
          </p:nvPr>
        </p:nvSpPr>
        <p:spPr>
          <a:xfrm>
            <a:off x="0" y="0"/>
            <a:ext cx="12192000" cy="6858000"/>
          </a:xfrm>
          <a:prstGeom prst="rect">
            <a:avLst/>
          </a:prstGeom>
          <a:solidFill>
            <a:srgbClr val="012F62"/>
          </a:solidFill>
          <a:ln>
            <a:noFill/>
          </a:ln>
        </p:spPr>
      </p:sp>
      <p:sp>
        <p:nvSpPr>
          <p:cNvPr id="232" name="Google Shape;232;p66"/>
          <p:cNvSpPr txBox="1"/>
          <p:nvPr>
            <p:ph type="ctrTitle"/>
          </p:nvPr>
        </p:nvSpPr>
        <p:spPr>
          <a:xfrm>
            <a:off x="1645581" y="4418889"/>
            <a:ext cx="3289100" cy="637507"/>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lt1"/>
              </a:buClr>
              <a:buSzPts val="4000"/>
              <a:buFont typeface="Arial"/>
              <a:buNone/>
              <a:defRPr b="0" i="0" sz="4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 name="Google Shape;233;p66"/>
          <p:cNvSpPr txBox="1"/>
          <p:nvPr>
            <p:ph idx="1" type="body"/>
          </p:nvPr>
        </p:nvSpPr>
        <p:spPr>
          <a:xfrm>
            <a:off x="1645582" y="5080791"/>
            <a:ext cx="3289100" cy="14847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lt1"/>
              </a:buClr>
              <a:buSzPts val="1400"/>
              <a:buNone/>
              <a:defRPr sz="1400">
                <a:solidFill>
                  <a:schemeClr val="lt1"/>
                </a:solidFill>
                <a:latin typeface="Calibri"/>
                <a:ea typeface="Calibri"/>
                <a:cs typeface="Calibri"/>
                <a:sym typeface="Calibri"/>
              </a:defRPr>
            </a:lvl2pPr>
            <a:lvl3pPr indent="-228600" lvl="2" marL="1371600" algn="l">
              <a:lnSpc>
                <a:spcPct val="100000"/>
              </a:lnSpc>
              <a:spcBef>
                <a:spcPts val="500"/>
              </a:spcBef>
              <a:spcAft>
                <a:spcPts val="0"/>
              </a:spcAft>
              <a:buClr>
                <a:schemeClr val="lt1"/>
              </a:buClr>
              <a:buSzPts val="1400"/>
              <a:buNone/>
              <a:defRPr sz="1400">
                <a:solidFill>
                  <a:schemeClr val="lt1"/>
                </a:solidFill>
                <a:latin typeface="Calibri"/>
                <a:ea typeface="Calibri"/>
                <a:cs typeface="Calibri"/>
                <a:sym typeface="Calibri"/>
              </a:defRPr>
            </a:lvl3pPr>
            <a:lvl4pPr indent="-228600" lvl="3" marL="1828800" algn="l">
              <a:lnSpc>
                <a:spcPct val="100000"/>
              </a:lnSpc>
              <a:spcBef>
                <a:spcPts val="500"/>
              </a:spcBef>
              <a:spcAft>
                <a:spcPts val="0"/>
              </a:spcAft>
              <a:buClr>
                <a:schemeClr val="lt1"/>
              </a:buClr>
              <a:buSzPts val="1400"/>
              <a:buNone/>
              <a:defRPr sz="1400">
                <a:solidFill>
                  <a:schemeClr val="lt1"/>
                </a:solidFill>
                <a:latin typeface="Calibri"/>
                <a:ea typeface="Calibri"/>
                <a:cs typeface="Calibri"/>
                <a:sym typeface="Calibri"/>
              </a:defRPr>
            </a:lvl4pPr>
            <a:lvl5pPr indent="-228600" lvl="4" marL="2286000" algn="l">
              <a:lnSpc>
                <a:spcPct val="100000"/>
              </a:lnSpc>
              <a:spcBef>
                <a:spcPts val="500"/>
              </a:spcBef>
              <a:spcAft>
                <a:spcPts val="0"/>
              </a:spcAft>
              <a:buClr>
                <a:schemeClr val="lt1"/>
              </a:buClr>
              <a:buSzPts val="1400"/>
              <a:buNone/>
              <a:defRPr sz="1400">
                <a:solidFill>
                  <a:schemeClr val="lt1"/>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4" name="Google Shape;234;p66"/>
          <p:cNvCxnSpPr/>
          <p:nvPr/>
        </p:nvCxnSpPr>
        <p:spPr>
          <a:xfrm>
            <a:off x="1134319" y="0"/>
            <a:ext cx="0" cy="685800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aption_5">
  <p:cSld name="Image and Caption_5">
    <p:spTree>
      <p:nvGrpSpPr>
        <p:cNvPr id="235" name="Shape 235"/>
        <p:cNvGrpSpPr/>
        <p:nvPr/>
      </p:nvGrpSpPr>
      <p:grpSpPr>
        <a:xfrm>
          <a:off x="0" y="0"/>
          <a:ext cx="0" cy="0"/>
          <a:chOff x="0" y="0"/>
          <a:chExt cx="0" cy="0"/>
        </a:xfrm>
      </p:grpSpPr>
      <p:sp>
        <p:nvSpPr>
          <p:cNvPr id="236" name="Google Shape;236;p67"/>
          <p:cNvSpPr/>
          <p:nvPr>
            <p:ph idx="2" type="pic"/>
          </p:nvPr>
        </p:nvSpPr>
        <p:spPr>
          <a:xfrm>
            <a:off x="0" y="0"/>
            <a:ext cx="12192000" cy="6858000"/>
          </a:xfrm>
          <a:prstGeom prst="rect">
            <a:avLst/>
          </a:prstGeom>
          <a:solidFill>
            <a:srgbClr val="012F62"/>
          </a:solidFill>
          <a:ln>
            <a:noFill/>
          </a:ln>
        </p:spPr>
      </p:sp>
      <p:sp>
        <p:nvSpPr>
          <p:cNvPr id="237" name="Google Shape;237;p67"/>
          <p:cNvSpPr txBox="1"/>
          <p:nvPr>
            <p:ph type="ctrTitle"/>
          </p:nvPr>
        </p:nvSpPr>
        <p:spPr>
          <a:xfrm>
            <a:off x="392622" y="3429000"/>
            <a:ext cx="4609683" cy="637507"/>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lt1"/>
              </a:buClr>
              <a:buSzPts val="4000"/>
              <a:buFont typeface="Arial"/>
              <a:buNone/>
              <a:defRPr b="0" i="0" sz="4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67"/>
          <p:cNvSpPr txBox="1"/>
          <p:nvPr>
            <p:ph idx="1" type="body"/>
          </p:nvPr>
        </p:nvSpPr>
        <p:spPr>
          <a:xfrm>
            <a:off x="392622" y="4090902"/>
            <a:ext cx="4609683" cy="148478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lt1"/>
              </a:buClr>
              <a:buSzPts val="1400"/>
              <a:buNone/>
              <a:defRPr sz="1400">
                <a:solidFill>
                  <a:schemeClr val="lt1"/>
                </a:solidFill>
                <a:latin typeface="Calibri"/>
                <a:ea typeface="Calibri"/>
                <a:cs typeface="Calibri"/>
                <a:sym typeface="Calibri"/>
              </a:defRPr>
            </a:lvl2pPr>
            <a:lvl3pPr indent="-228600" lvl="2" marL="1371600" algn="l">
              <a:lnSpc>
                <a:spcPct val="100000"/>
              </a:lnSpc>
              <a:spcBef>
                <a:spcPts val="500"/>
              </a:spcBef>
              <a:spcAft>
                <a:spcPts val="0"/>
              </a:spcAft>
              <a:buClr>
                <a:schemeClr val="lt1"/>
              </a:buClr>
              <a:buSzPts val="1400"/>
              <a:buNone/>
              <a:defRPr sz="1400">
                <a:solidFill>
                  <a:schemeClr val="lt1"/>
                </a:solidFill>
                <a:latin typeface="Calibri"/>
                <a:ea typeface="Calibri"/>
                <a:cs typeface="Calibri"/>
                <a:sym typeface="Calibri"/>
              </a:defRPr>
            </a:lvl3pPr>
            <a:lvl4pPr indent="-228600" lvl="3" marL="1828800" algn="l">
              <a:lnSpc>
                <a:spcPct val="100000"/>
              </a:lnSpc>
              <a:spcBef>
                <a:spcPts val="500"/>
              </a:spcBef>
              <a:spcAft>
                <a:spcPts val="0"/>
              </a:spcAft>
              <a:buClr>
                <a:schemeClr val="lt1"/>
              </a:buClr>
              <a:buSzPts val="1400"/>
              <a:buNone/>
              <a:defRPr sz="1400">
                <a:solidFill>
                  <a:schemeClr val="lt1"/>
                </a:solidFill>
                <a:latin typeface="Calibri"/>
                <a:ea typeface="Calibri"/>
                <a:cs typeface="Calibri"/>
                <a:sym typeface="Calibri"/>
              </a:defRPr>
            </a:lvl4pPr>
            <a:lvl5pPr indent="-228600" lvl="4" marL="2286000" algn="l">
              <a:lnSpc>
                <a:spcPct val="100000"/>
              </a:lnSpc>
              <a:spcBef>
                <a:spcPts val="500"/>
              </a:spcBef>
              <a:spcAft>
                <a:spcPts val="0"/>
              </a:spcAft>
              <a:buClr>
                <a:schemeClr val="lt1"/>
              </a:buClr>
              <a:buSzPts val="1400"/>
              <a:buNone/>
              <a:defRPr sz="1400">
                <a:solidFill>
                  <a:schemeClr val="lt1"/>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9" name="Google Shape;239;p67"/>
          <p:cNvCxnSpPr/>
          <p:nvPr/>
        </p:nvCxnSpPr>
        <p:spPr>
          <a:xfrm>
            <a:off x="0" y="5992966"/>
            <a:ext cx="121920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_2">
  <p:cSld name="Overview_2">
    <p:spTree>
      <p:nvGrpSpPr>
        <p:cNvPr id="240" name="Shape 240"/>
        <p:cNvGrpSpPr/>
        <p:nvPr/>
      </p:nvGrpSpPr>
      <p:grpSpPr>
        <a:xfrm>
          <a:off x="0" y="0"/>
          <a:ext cx="0" cy="0"/>
          <a:chOff x="0" y="0"/>
          <a:chExt cx="0" cy="0"/>
        </a:xfrm>
      </p:grpSpPr>
      <p:sp>
        <p:nvSpPr>
          <p:cNvPr id="241" name="Google Shape;241;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4" name="Google Shape;244;p68"/>
          <p:cNvSpPr txBox="1"/>
          <p:nvPr>
            <p:ph type="ctrTitle"/>
          </p:nvPr>
        </p:nvSpPr>
        <p:spPr>
          <a:xfrm>
            <a:off x="392622" y="339645"/>
            <a:ext cx="10219457"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500"/>
              <a:buFont typeface="Arial"/>
              <a:buNone/>
              <a:defRPr b="0" i="0" sz="45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45" name="Google Shape;245;p68"/>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sp>
        <p:nvSpPr>
          <p:cNvPr id="246" name="Google Shape;246;p68"/>
          <p:cNvSpPr/>
          <p:nvPr/>
        </p:nvSpPr>
        <p:spPr>
          <a:xfrm>
            <a:off x="392622" y="2294008"/>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7" name="Google Shape;247;p68"/>
          <p:cNvSpPr/>
          <p:nvPr>
            <p:ph idx="2" type="pic"/>
          </p:nvPr>
        </p:nvSpPr>
        <p:spPr>
          <a:xfrm>
            <a:off x="464682" y="2366353"/>
            <a:ext cx="369944" cy="368788"/>
          </a:xfrm>
          <a:prstGeom prst="rect">
            <a:avLst/>
          </a:prstGeom>
          <a:noFill/>
          <a:ln>
            <a:noFill/>
          </a:ln>
        </p:spPr>
      </p:sp>
      <p:sp>
        <p:nvSpPr>
          <p:cNvPr id="248" name="Google Shape;248;p68"/>
          <p:cNvSpPr/>
          <p:nvPr/>
        </p:nvSpPr>
        <p:spPr>
          <a:xfrm>
            <a:off x="392622" y="3519693"/>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9" name="Google Shape;249;p68"/>
          <p:cNvSpPr/>
          <p:nvPr>
            <p:ph idx="3" type="pic"/>
          </p:nvPr>
        </p:nvSpPr>
        <p:spPr>
          <a:xfrm>
            <a:off x="464682" y="3592038"/>
            <a:ext cx="369944" cy="368788"/>
          </a:xfrm>
          <a:prstGeom prst="rect">
            <a:avLst/>
          </a:prstGeom>
          <a:noFill/>
          <a:ln>
            <a:noFill/>
          </a:ln>
        </p:spPr>
      </p:sp>
      <p:sp>
        <p:nvSpPr>
          <p:cNvPr id="250" name="Google Shape;250;p68"/>
          <p:cNvSpPr/>
          <p:nvPr/>
        </p:nvSpPr>
        <p:spPr>
          <a:xfrm>
            <a:off x="392622" y="4784289"/>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1" name="Google Shape;251;p68"/>
          <p:cNvSpPr/>
          <p:nvPr>
            <p:ph idx="4" type="pic"/>
          </p:nvPr>
        </p:nvSpPr>
        <p:spPr>
          <a:xfrm>
            <a:off x="464682" y="4856634"/>
            <a:ext cx="369944" cy="368788"/>
          </a:xfrm>
          <a:prstGeom prst="rect">
            <a:avLst/>
          </a:prstGeom>
          <a:noFill/>
          <a:ln>
            <a:noFill/>
          </a:ln>
        </p:spPr>
      </p:sp>
      <p:sp>
        <p:nvSpPr>
          <p:cNvPr id="252" name="Google Shape;252;p68"/>
          <p:cNvSpPr/>
          <p:nvPr/>
        </p:nvSpPr>
        <p:spPr>
          <a:xfrm>
            <a:off x="5605550" y="2294008"/>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3" name="Google Shape;253;p68"/>
          <p:cNvSpPr/>
          <p:nvPr>
            <p:ph idx="5" type="pic"/>
          </p:nvPr>
        </p:nvSpPr>
        <p:spPr>
          <a:xfrm>
            <a:off x="5683052" y="2366353"/>
            <a:ext cx="369944" cy="368788"/>
          </a:xfrm>
          <a:prstGeom prst="rect">
            <a:avLst/>
          </a:prstGeom>
          <a:noFill/>
          <a:ln>
            <a:noFill/>
          </a:ln>
        </p:spPr>
      </p:sp>
      <p:sp>
        <p:nvSpPr>
          <p:cNvPr id="254" name="Google Shape;254;p68"/>
          <p:cNvSpPr/>
          <p:nvPr/>
        </p:nvSpPr>
        <p:spPr>
          <a:xfrm>
            <a:off x="5610992" y="3519693"/>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5" name="Google Shape;255;p68"/>
          <p:cNvSpPr/>
          <p:nvPr>
            <p:ph idx="6" type="pic"/>
          </p:nvPr>
        </p:nvSpPr>
        <p:spPr>
          <a:xfrm>
            <a:off x="5683052" y="3592038"/>
            <a:ext cx="369944" cy="368788"/>
          </a:xfrm>
          <a:prstGeom prst="rect">
            <a:avLst/>
          </a:prstGeom>
          <a:noFill/>
          <a:ln>
            <a:noFill/>
          </a:ln>
        </p:spPr>
      </p:sp>
      <p:sp>
        <p:nvSpPr>
          <p:cNvPr id="256" name="Google Shape;256;p68"/>
          <p:cNvSpPr/>
          <p:nvPr/>
        </p:nvSpPr>
        <p:spPr>
          <a:xfrm>
            <a:off x="5610992" y="4784289"/>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7" name="Google Shape;257;p68"/>
          <p:cNvSpPr/>
          <p:nvPr>
            <p:ph idx="7" type="pic"/>
          </p:nvPr>
        </p:nvSpPr>
        <p:spPr>
          <a:xfrm>
            <a:off x="5683052" y="4856634"/>
            <a:ext cx="369944" cy="368788"/>
          </a:xfrm>
          <a:prstGeom prst="rect">
            <a:avLst/>
          </a:prstGeom>
          <a:noFill/>
          <a:ln>
            <a:noFill/>
          </a:ln>
        </p:spPr>
      </p:sp>
      <p:sp>
        <p:nvSpPr>
          <p:cNvPr id="258" name="Google Shape;258;p68"/>
          <p:cNvSpPr txBox="1"/>
          <p:nvPr>
            <p:ph idx="1" type="body"/>
          </p:nvPr>
        </p:nvSpPr>
        <p:spPr>
          <a:xfrm>
            <a:off x="1222571" y="2512451"/>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 name="Google Shape;259;p68"/>
          <p:cNvSpPr txBox="1"/>
          <p:nvPr>
            <p:ph idx="8" type="body"/>
          </p:nvPr>
        </p:nvSpPr>
        <p:spPr>
          <a:xfrm>
            <a:off x="1222570" y="2265592"/>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0" name="Google Shape;260;p68"/>
          <p:cNvSpPr txBox="1"/>
          <p:nvPr>
            <p:ph idx="9" type="body"/>
          </p:nvPr>
        </p:nvSpPr>
        <p:spPr>
          <a:xfrm>
            <a:off x="1222571" y="3745506"/>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68"/>
          <p:cNvSpPr txBox="1"/>
          <p:nvPr>
            <p:ph idx="13" type="body"/>
          </p:nvPr>
        </p:nvSpPr>
        <p:spPr>
          <a:xfrm>
            <a:off x="1222570" y="3498647"/>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2" name="Google Shape;262;p68"/>
          <p:cNvSpPr txBox="1"/>
          <p:nvPr>
            <p:ph idx="14" type="body"/>
          </p:nvPr>
        </p:nvSpPr>
        <p:spPr>
          <a:xfrm>
            <a:off x="1222571" y="5006270"/>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68"/>
          <p:cNvSpPr txBox="1"/>
          <p:nvPr>
            <p:ph idx="15" type="body"/>
          </p:nvPr>
        </p:nvSpPr>
        <p:spPr>
          <a:xfrm>
            <a:off x="1222570" y="4759411"/>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4" name="Google Shape;264;p68"/>
          <p:cNvSpPr txBox="1"/>
          <p:nvPr>
            <p:ph idx="16" type="body"/>
          </p:nvPr>
        </p:nvSpPr>
        <p:spPr>
          <a:xfrm>
            <a:off x="6500441" y="2512451"/>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 name="Google Shape;265;p68"/>
          <p:cNvSpPr txBox="1"/>
          <p:nvPr>
            <p:ph idx="17" type="body"/>
          </p:nvPr>
        </p:nvSpPr>
        <p:spPr>
          <a:xfrm>
            <a:off x="6500441" y="2265592"/>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6" name="Google Shape;266;p68"/>
          <p:cNvSpPr txBox="1"/>
          <p:nvPr>
            <p:ph idx="18" type="body"/>
          </p:nvPr>
        </p:nvSpPr>
        <p:spPr>
          <a:xfrm>
            <a:off x="6500441" y="3745506"/>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 name="Google Shape;267;p68"/>
          <p:cNvSpPr txBox="1"/>
          <p:nvPr>
            <p:ph idx="19" type="body"/>
          </p:nvPr>
        </p:nvSpPr>
        <p:spPr>
          <a:xfrm>
            <a:off x="6500441" y="3498647"/>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8" name="Google Shape;268;p68"/>
          <p:cNvSpPr txBox="1"/>
          <p:nvPr>
            <p:ph idx="20" type="body"/>
          </p:nvPr>
        </p:nvSpPr>
        <p:spPr>
          <a:xfrm>
            <a:off x="6500441" y="5006270"/>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 name="Google Shape;269;p68"/>
          <p:cNvSpPr txBox="1"/>
          <p:nvPr>
            <p:ph idx="21" type="body"/>
          </p:nvPr>
        </p:nvSpPr>
        <p:spPr>
          <a:xfrm>
            <a:off x="6500441" y="4759411"/>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cxnSp>
        <p:nvCxnSpPr>
          <p:cNvPr id="270" name="Google Shape;270;p68"/>
          <p:cNvCxnSpPr/>
          <p:nvPr/>
        </p:nvCxnSpPr>
        <p:spPr>
          <a:xfrm>
            <a:off x="11057682" y="0"/>
            <a:ext cx="0" cy="6858000"/>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_3">
  <p:cSld name="Overview_3">
    <p:spTree>
      <p:nvGrpSpPr>
        <p:cNvPr id="271" name="Shape 271"/>
        <p:cNvGrpSpPr/>
        <p:nvPr/>
      </p:nvGrpSpPr>
      <p:grpSpPr>
        <a:xfrm>
          <a:off x="0" y="0"/>
          <a:ext cx="0" cy="0"/>
          <a:chOff x="0" y="0"/>
          <a:chExt cx="0" cy="0"/>
        </a:xfrm>
      </p:grpSpPr>
      <p:sp>
        <p:nvSpPr>
          <p:cNvPr id="272" name="Google Shape;272;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75" name="Google Shape;275;p69"/>
          <p:cNvSpPr txBox="1"/>
          <p:nvPr>
            <p:ph type="ctrTitle"/>
          </p:nvPr>
        </p:nvSpPr>
        <p:spPr>
          <a:xfrm>
            <a:off x="392623" y="339645"/>
            <a:ext cx="11369068"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rgbClr val="024793"/>
              </a:buClr>
              <a:buSzPts val="4500"/>
              <a:buFont typeface="Arial"/>
              <a:buNone/>
              <a:defRPr b="0" i="0" sz="4500" cap="none">
                <a:solidFill>
                  <a:srgbClr val="02479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76" name="Google Shape;276;p69"/>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277" name="Google Shape;277;p69"/>
          <p:cNvCxnSpPr/>
          <p:nvPr/>
        </p:nvCxnSpPr>
        <p:spPr>
          <a:xfrm>
            <a:off x="392623" y="1405468"/>
            <a:ext cx="11369068" cy="0"/>
          </a:xfrm>
          <a:prstGeom prst="straightConnector1">
            <a:avLst/>
          </a:prstGeom>
          <a:noFill/>
          <a:ln cap="flat" cmpd="sng" w="12700">
            <a:solidFill>
              <a:srgbClr val="262626"/>
            </a:solidFill>
            <a:prstDash val="solid"/>
            <a:miter lim="800000"/>
            <a:headEnd len="sm" w="sm" type="none"/>
            <a:tailEnd len="sm" w="sm" type="none"/>
          </a:ln>
        </p:spPr>
      </p:cxnSp>
      <p:sp>
        <p:nvSpPr>
          <p:cNvPr id="278" name="Google Shape;278;p69"/>
          <p:cNvSpPr/>
          <p:nvPr/>
        </p:nvSpPr>
        <p:spPr>
          <a:xfrm>
            <a:off x="392623" y="2356447"/>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9" name="Google Shape;279;p69"/>
          <p:cNvSpPr/>
          <p:nvPr>
            <p:ph idx="2" type="pic"/>
          </p:nvPr>
        </p:nvSpPr>
        <p:spPr>
          <a:xfrm>
            <a:off x="464683" y="2428792"/>
            <a:ext cx="369944" cy="368788"/>
          </a:xfrm>
          <a:prstGeom prst="rect">
            <a:avLst/>
          </a:prstGeom>
          <a:noFill/>
          <a:ln>
            <a:noFill/>
          </a:ln>
        </p:spPr>
      </p:sp>
      <p:sp>
        <p:nvSpPr>
          <p:cNvPr id="280" name="Google Shape;280;p69"/>
          <p:cNvSpPr/>
          <p:nvPr/>
        </p:nvSpPr>
        <p:spPr>
          <a:xfrm>
            <a:off x="392623" y="3582132"/>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1" name="Google Shape;281;p69"/>
          <p:cNvSpPr/>
          <p:nvPr>
            <p:ph idx="3" type="pic"/>
          </p:nvPr>
        </p:nvSpPr>
        <p:spPr>
          <a:xfrm>
            <a:off x="464683" y="3654477"/>
            <a:ext cx="369944" cy="368788"/>
          </a:xfrm>
          <a:prstGeom prst="rect">
            <a:avLst/>
          </a:prstGeom>
          <a:noFill/>
          <a:ln>
            <a:noFill/>
          </a:ln>
        </p:spPr>
      </p:sp>
      <p:sp>
        <p:nvSpPr>
          <p:cNvPr id="282" name="Google Shape;282;p69"/>
          <p:cNvSpPr/>
          <p:nvPr/>
        </p:nvSpPr>
        <p:spPr>
          <a:xfrm>
            <a:off x="392623" y="4846728"/>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3" name="Google Shape;283;p69"/>
          <p:cNvSpPr/>
          <p:nvPr>
            <p:ph idx="4" type="pic"/>
          </p:nvPr>
        </p:nvSpPr>
        <p:spPr>
          <a:xfrm>
            <a:off x="464683" y="4919073"/>
            <a:ext cx="369944" cy="368788"/>
          </a:xfrm>
          <a:prstGeom prst="rect">
            <a:avLst/>
          </a:prstGeom>
          <a:noFill/>
          <a:ln>
            <a:noFill/>
          </a:ln>
        </p:spPr>
      </p:sp>
      <p:sp>
        <p:nvSpPr>
          <p:cNvPr id="284" name="Google Shape;284;p69"/>
          <p:cNvSpPr/>
          <p:nvPr/>
        </p:nvSpPr>
        <p:spPr>
          <a:xfrm>
            <a:off x="6472581" y="2356447"/>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5" name="Google Shape;285;p69"/>
          <p:cNvSpPr/>
          <p:nvPr>
            <p:ph idx="5" type="pic"/>
          </p:nvPr>
        </p:nvSpPr>
        <p:spPr>
          <a:xfrm>
            <a:off x="6544641" y="2428792"/>
            <a:ext cx="369944" cy="368788"/>
          </a:xfrm>
          <a:prstGeom prst="rect">
            <a:avLst/>
          </a:prstGeom>
          <a:noFill/>
          <a:ln>
            <a:noFill/>
          </a:ln>
        </p:spPr>
      </p:sp>
      <p:sp>
        <p:nvSpPr>
          <p:cNvPr id="286" name="Google Shape;286;p69"/>
          <p:cNvSpPr/>
          <p:nvPr/>
        </p:nvSpPr>
        <p:spPr>
          <a:xfrm>
            <a:off x="6472581" y="3582132"/>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7" name="Google Shape;287;p69"/>
          <p:cNvSpPr/>
          <p:nvPr>
            <p:ph idx="6" type="pic"/>
          </p:nvPr>
        </p:nvSpPr>
        <p:spPr>
          <a:xfrm>
            <a:off x="6544641" y="3654477"/>
            <a:ext cx="369944" cy="368788"/>
          </a:xfrm>
          <a:prstGeom prst="rect">
            <a:avLst/>
          </a:prstGeom>
          <a:noFill/>
          <a:ln>
            <a:noFill/>
          </a:ln>
        </p:spPr>
      </p:sp>
      <p:sp>
        <p:nvSpPr>
          <p:cNvPr id="288" name="Google Shape;288;p69"/>
          <p:cNvSpPr/>
          <p:nvPr/>
        </p:nvSpPr>
        <p:spPr>
          <a:xfrm>
            <a:off x="6472581" y="4846728"/>
            <a:ext cx="506948" cy="506948"/>
          </a:xfrm>
          <a:prstGeom prst="roundRect">
            <a:avLst>
              <a:gd fmla="val 16667" name="adj"/>
            </a:avLst>
          </a:prstGeom>
          <a:noFill/>
          <a:ln cap="flat" cmpd="sng" w="1905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9" name="Google Shape;289;p69"/>
          <p:cNvSpPr/>
          <p:nvPr>
            <p:ph idx="7" type="pic"/>
          </p:nvPr>
        </p:nvSpPr>
        <p:spPr>
          <a:xfrm>
            <a:off x="6544641" y="4919073"/>
            <a:ext cx="369944" cy="368788"/>
          </a:xfrm>
          <a:prstGeom prst="rect">
            <a:avLst/>
          </a:prstGeom>
          <a:noFill/>
          <a:ln>
            <a:noFill/>
          </a:ln>
        </p:spPr>
      </p:sp>
      <p:sp>
        <p:nvSpPr>
          <p:cNvPr id="290" name="Google Shape;290;p69"/>
          <p:cNvSpPr txBox="1"/>
          <p:nvPr>
            <p:ph idx="1" type="body"/>
          </p:nvPr>
        </p:nvSpPr>
        <p:spPr>
          <a:xfrm>
            <a:off x="1213862" y="2574890"/>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 name="Google Shape;291;p69"/>
          <p:cNvSpPr txBox="1"/>
          <p:nvPr>
            <p:ph idx="8" type="body"/>
          </p:nvPr>
        </p:nvSpPr>
        <p:spPr>
          <a:xfrm>
            <a:off x="1213862" y="2328032"/>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2" name="Google Shape;292;p69"/>
          <p:cNvSpPr txBox="1"/>
          <p:nvPr>
            <p:ph idx="9" type="body"/>
          </p:nvPr>
        </p:nvSpPr>
        <p:spPr>
          <a:xfrm>
            <a:off x="1213862" y="3807945"/>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69"/>
          <p:cNvSpPr txBox="1"/>
          <p:nvPr>
            <p:ph idx="13" type="body"/>
          </p:nvPr>
        </p:nvSpPr>
        <p:spPr>
          <a:xfrm>
            <a:off x="1213862" y="3561087"/>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4" name="Google Shape;294;p69"/>
          <p:cNvSpPr txBox="1"/>
          <p:nvPr>
            <p:ph idx="14" type="body"/>
          </p:nvPr>
        </p:nvSpPr>
        <p:spPr>
          <a:xfrm>
            <a:off x="1213862" y="5068709"/>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 name="Google Shape;295;p69"/>
          <p:cNvSpPr txBox="1"/>
          <p:nvPr>
            <p:ph idx="15" type="body"/>
          </p:nvPr>
        </p:nvSpPr>
        <p:spPr>
          <a:xfrm>
            <a:off x="1213862" y="4821851"/>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6" name="Google Shape;296;p69"/>
          <p:cNvSpPr txBox="1"/>
          <p:nvPr>
            <p:ph idx="16" type="body"/>
          </p:nvPr>
        </p:nvSpPr>
        <p:spPr>
          <a:xfrm>
            <a:off x="7358765" y="2574890"/>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69"/>
          <p:cNvSpPr txBox="1"/>
          <p:nvPr>
            <p:ph idx="17" type="body"/>
          </p:nvPr>
        </p:nvSpPr>
        <p:spPr>
          <a:xfrm>
            <a:off x="7358764" y="2328032"/>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8" name="Google Shape;298;p69"/>
          <p:cNvSpPr txBox="1"/>
          <p:nvPr>
            <p:ph idx="18" type="body"/>
          </p:nvPr>
        </p:nvSpPr>
        <p:spPr>
          <a:xfrm>
            <a:off x="7358765" y="3807945"/>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 name="Google Shape;299;p69"/>
          <p:cNvSpPr txBox="1"/>
          <p:nvPr>
            <p:ph idx="19" type="body"/>
          </p:nvPr>
        </p:nvSpPr>
        <p:spPr>
          <a:xfrm>
            <a:off x="7358764" y="3561087"/>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0" name="Google Shape;300;p69"/>
          <p:cNvSpPr txBox="1"/>
          <p:nvPr>
            <p:ph idx="20" type="body"/>
          </p:nvPr>
        </p:nvSpPr>
        <p:spPr>
          <a:xfrm>
            <a:off x="7358765" y="5068709"/>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 name="Google Shape;301;p69"/>
          <p:cNvSpPr txBox="1"/>
          <p:nvPr>
            <p:ph idx="21" type="body"/>
          </p:nvPr>
        </p:nvSpPr>
        <p:spPr>
          <a:xfrm>
            <a:off x="7358764" y="4821851"/>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cap="none">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_4">
  <p:cSld name="Overview_4">
    <p:spTree>
      <p:nvGrpSpPr>
        <p:cNvPr id="302" name="Shape 302"/>
        <p:cNvGrpSpPr/>
        <p:nvPr/>
      </p:nvGrpSpPr>
      <p:grpSpPr>
        <a:xfrm>
          <a:off x="0" y="0"/>
          <a:ext cx="0" cy="0"/>
          <a:chOff x="0" y="0"/>
          <a:chExt cx="0" cy="0"/>
        </a:xfrm>
      </p:grpSpPr>
      <p:sp>
        <p:nvSpPr>
          <p:cNvPr id="303" name="Google Shape;303;p70"/>
          <p:cNvSpPr/>
          <p:nvPr>
            <p:ph idx="2" type="pic"/>
          </p:nvPr>
        </p:nvSpPr>
        <p:spPr>
          <a:xfrm>
            <a:off x="0" y="0"/>
            <a:ext cx="12191999" cy="6858000"/>
          </a:xfrm>
          <a:prstGeom prst="rect">
            <a:avLst/>
          </a:prstGeom>
          <a:solidFill>
            <a:srgbClr val="012F62"/>
          </a:solidFill>
          <a:ln>
            <a:noFill/>
          </a:ln>
        </p:spPr>
      </p:sp>
      <p:sp>
        <p:nvSpPr>
          <p:cNvPr id="304" name="Google Shape;304;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6" name="Google Shape;306;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Calibri"/>
                <a:ea typeface="Calibri"/>
                <a:cs typeface="Calibri"/>
                <a:sym typeface="Calibri"/>
              </a:defRPr>
            </a:lvl1pPr>
            <a:lvl2pPr indent="0" lvl="1" marL="0" algn="r">
              <a:spcBef>
                <a:spcPts val="0"/>
              </a:spcBef>
              <a:buNone/>
              <a:defRPr b="0" i="0" sz="1200" u="none" cap="none" strike="noStrike">
                <a:solidFill>
                  <a:schemeClr val="lt1"/>
                </a:solidFill>
                <a:latin typeface="Calibri"/>
                <a:ea typeface="Calibri"/>
                <a:cs typeface="Calibri"/>
                <a:sym typeface="Calibri"/>
              </a:defRPr>
            </a:lvl2pPr>
            <a:lvl3pPr indent="0" lvl="2" marL="0" algn="r">
              <a:spcBef>
                <a:spcPts val="0"/>
              </a:spcBef>
              <a:buNone/>
              <a:defRPr b="0" i="0" sz="1200" u="none" cap="none" strike="noStrike">
                <a:solidFill>
                  <a:schemeClr val="lt1"/>
                </a:solidFill>
                <a:latin typeface="Calibri"/>
                <a:ea typeface="Calibri"/>
                <a:cs typeface="Calibri"/>
                <a:sym typeface="Calibri"/>
              </a:defRPr>
            </a:lvl3pPr>
            <a:lvl4pPr indent="0" lvl="3" marL="0" algn="r">
              <a:spcBef>
                <a:spcPts val="0"/>
              </a:spcBef>
              <a:buNone/>
              <a:defRPr b="0" i="0" sz="1200" u="none" cap="none" strike="noStrike">
                <a:solidFill>
                  <a:schemeClr val="lt1"/>
                </a:solidFill>
                <a:latin typeface="Calibri"/>
                <a:ea typeface="Calibri"/>
                <a:cs typeface="Calibri"/>
                <a:sym typeface="Calibri"/>
              </a:defRPr>
            </a:lvl4pPr>
            <a:lvl5pPr indent="0" lvl="4" marL="0" algn="r">
              <a:spcBef>
                <a:spcPts val="0"/>
              </a:spcBef>
              <a:buNone/>
              <a:defRPr b="0" i="0" sz="1200" u="none" cap="none" strike="noStrike">
                <a:solidFill>
                  <a:schemeClr val="lt1"/>
                </a:solidFill>
                <a:latin typeface="Calibri"/>
                <a:ea typeface="Calibri"/>
                <a:cs typeface="Calibri"/>
                <a:sym typeface="Calibri"/>
              </a:defRPr>
            </a:lvl5pPr>
            <a:lvl6pPr indent="0" lvl="5" marL="0" algn="r">
              <a:spcBef>
                <a:spcPts val="0"/>
              </a:spcBef>
              <a:buNone/>
              <a:defRPr b="0" i="0" sz="1200" u="none" cap="none" strike="noStrike">
                <a:solidFill>
                  <a:schemeClr val="lt1"/>
                </a:solidFill>
                <a:latin typeface="Calibri"/>
                <a:ea typeface="Calibri"/>
                <a:cs typeface="Calibri"/>
                <a:sym typeface="Calibri"/>
              </a:defRPr>
            </a:lvl6pPr>
            <a:lvl7pPr indent="0" lvl="6" marL="0" algn="r">
              <a:spcBef>
                <a:spcPts val="0"/>
              </a:spcBef>
              <a:buNone/>
              <a:defRPr b="0" i="0" sz="1200" u="none" cap="none" strike="noStrike">
                <a:solidFill>
                  <a:schemeClr val="lt1"/>
                </a:solidFill>
                <a:latin typeface="Calibri"/>
                <a:ea typeface="Calibri"/>
                <a:cs typeface="Calibri"/>
                <a:sym typeface="Calibri"/>
              </a:defRPr>
            </a:lvl7pPr>
            <a:lvl8pPr indent="0" lvl="7" marL="0" algn="r">
              <a:spcBef>
                <a:spcPts val="0"/>
              </a:spcBef>
              <a:buNone/>
              <a:defRPr b="0" i="0" sz="1200" u="none" cap="none" strike="noStrike">
                <a:solidFill>
                  <a:schemeClr val="lt1"/>
                </a:solidFill>
                <a:latin typeface="Calibri"/>
                <a:ea typeface="Calibri"/>
                <a:cs typeface="Calibri"/>
                <a:sym typeface="Calibri"/>
              </a:defRPr>
            </a:lvl8pPr>
            <a:lvl9pPr indent="0" lvl="8" mar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07" name="Google Shape;307;p70"/>
          <p:cNvSpPr txBox="1"/>
          <p:nvPr>
            <p:ph type="ctrTitle"/>
          </p:nvPr>
        </p:nvSpPr>
        <p:spPr>
          <a:xfrm>
            <a:off x="1648661" y="339645"/>
            <a:ext cx="10113030"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lt1"/>
              </a:buClr>
              <a:buSzPts val="4500"/>
              <a:buFont typeface="Arial"/>
              <a:buNone/>
              <a:defRPr b="0" i="0" sz="45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08" name="Google Shape;308;p70"/>
          <p:cNvCxnSpPr/>
          <p:nvPr/>
        </p:nvCxnSpPr>
        <p:spPr>
          <a:xfrm>
            <a:off x="392623" y="1342197"/>
            <a:ext cx="0" cy="0"/>
          </a:xfrm>
          <a:prstGeom prst="straightConnector1">
            <a:avLst/>
          </a:prstGeom>
          <a:noFill/>
          <a:ln cap="flat" cmpd="sng" w="12700">
            <a:solidFill>
              <a:srgbClr val="262626"/>
            </a:solidFill>
            <a:prstDash val="solid"/>
            <a:miter lim="800000"/>
            <a:headEnd len="sm" w="sm" type="none"/>
            <a:tailEnd len="sm" w="sm" type="none"/>
          </a:ln>
        </p:spPr>
      </p:cxnSp>
      <p:sp>
        <p:nvSpPr>
          <p:cNvPr id="309" name="Google Shape;309;p70"/>
          <p:cNvSpPr/>
          <p:nvPr>
            <p:ph idx="3" type="pic"/>
          </p:nvPr>
        </p:nvSpPr>
        <p:spPr>
          <a:xfrm>
            <a:off x="1730896" y="2366353"/>
            <a:ext cx="369944" cy="368788"/>
          </a:xfrm>
          <a:prstGeom prst="rect">
            <a:avLst/>
          </a:prstGeom>
          <a:noFill/>
          <a:ln>
            <a:noFill/>
          </a:ln>
        </p:spPr>
      </p:sp>
      <p:sp>
        <p:nvSpPr>
          <p:cNvPr id="310" name="Google Shape;310;p70"/>
          <p:cNvSpPr/>
          <p:nvPr>
            <p:ph idx="4" type="pic"/>
          </p:nvPr>
        </p:nvSpPr>
        <p:spPr>
          <a:xfrm>
            <a:off x="1730896" y="3592038"/>
            <a:ext cx="369944" cy="368788"/>
          </a:xfrm>
          <a:prstGeom prst="rect">
            <a:avLst/>
          </a:prstGeom>
          <a:noFill/>
          <a:ln>
            <a:noFill/>
          </a:ln>
        </p:spPr>
      </p:sp>
      <p:sp>
        <p:nvSpPr>
          <p:cNvPr id="311" name="Google Shape;311;p70"/>
          <p:cNvSpPr/>
          <p:nvPr>
            <p:ph idx="5" type="pic"/>
          </p:nvPr>
        </p:nvSpPr>
        <p:spPr>
          <a:xfrm>
            <a:off x="1730896" y="4856634"/>
            <a:ext cx="369944" cy="368788"/>
          </a:xfrm>
          <a:prstGeom prst="rect">
            <a:avLst/>
          </a:prstGeom>
          <a:noFill/>
          <a:ln>
            <a:noFill/>
          </a:ln>
        </p:spPr>
      </p:sp>
      <p:sp>
        <p:nvSpPr>
          <p:cNvPr id="312" name="Google Shape;312;p70"/>
          <p:cNvSpPr/>
          <p:nvPr>
            <p:ph idx="6" type="pic"/>
          </p:nvPr>
        </p:nvSpPr>
        <p:spPr>
          <a:xfrm>
            <a:off x="6949266" y="2366353"/>
            <a:ext cx="369944" cy="368788"/>
          </a:xfrm>
          <a:prstGeom prst="rect">
            <a:avLst/>
          </a:prstGeom>
          <a:noFill/>
          <a:ln>
            <a:noFill/>
          </a:ln>
        </p:spPr>
      </p:sp>
      <p:sp>
        <p:nvSpPr>
          <p:cNvPr id="313" name="Google Shape;313;p70"/>
          <p:cNvSpPr/>
          <p:nvPr>
            <p:ph idx="7" type="pic"/>
          </p:nvPr>
        </p:nvSpPr>
        <p:spPr>
          <a:xfrm>
            <a:off x="6949266" y="3592038"/>
            <a:ext cx="369944" cy="368788"/>
          </a:xfrm>
          <a:prstGeom prst="rect">
            <a:avLst/>
          </a:prstGeom>
          <a:noFill/>
          <a:ln>
            <a:noFill/>
          </a:ln>
        </p:spPr>
      </p:sp>
      <p:sp>
        <p:nvSpPr>
          <p:cNvPr id="314" name="Google Shape;314;p70"/>
          <p:cNvSpPr/>
          <p:nvPr>
            <p:ph idx="8" type="pic"/>
          </p:nvPr>
        </p:nvSpPr>
        <p:spPr>
          <a:xfrm>
            <a:off x="6949266" y="4856634"/>
            <a:ext cx="369944" cy="368788"/>
          </a:xfrm>
          <a:prstGeom prst="rect">
            <a:avLst/>
          </a:prstGeom>
          <a:noFill/>
          <a:ln>
            <a:noFill/>
          </a:ln>
        </p:spPr>
      </p:sp>
      <p:sp>
        <p:nvSpPr>
          <p:cNvPr id="315" name="Google Shape;315;p70"/>
          <p:cNvSpPr txBox="1"/>
          <p:nvPr>
            <p:ph idx="1" type="body"/>
          </p:nvPr>
        </p:nvSpPr>
        <p:spPr>
          <a:xfrm>
            <a:off x="2488785" y="2512451"/>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 name="Google Shape;316;p70"/>
          <p:cNvSpPr txBox="1"/>
          <p:nvPr>
            <p:ph idx="9" type="body"/>
          </p:nvPr>
        </p:nvSpPr>
        <p:spPr>
          <a:xfrm>
            <a:off x="2488784" y="2265592"/>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17" name="Google Shape;317;p70"/>
          <p:cNvSpPr txBox="1"/>
          <p:nvPr>
            <p:ph idx="13" type="body"/>
          </p:nvPr>
        </p:nvSpPr>
        <p:spPr>
          <a:xfrm>
            <a:off x="2488785" y="3745506"/>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 name="Google Shape;318;p70"/>
          <p:cNvSpPr txBox="1"/>
          <p:nvPr>
            <p:ph idx="14" type="body"/>
          </p:nvPr>
        </p:nvSpPr>
        <p:spPr>
          <a:xfrm>
            <a:off x="2488784" y="3498647"/>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19" name="Google Shape;319;p70"/>
          <p:cNvSpPr txBox="1"/>
          <p:nvPr>
            <p:ph idx="15" type="body"/>
          </p:nvPr>
        </p:nvSpPr>
        <p:spPr>
          <a:xfrm>
            <a:off x="2488785" y="5006270"/>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 name="Google Shape;320;p70"/>
          <p:cNvSpPr txBox="1"/>
          <p:nvPr>
            <p:ph idx="16" type="body"/>
          </p:nvPr>
        </p:nvSpPr>
        <p:spPr>
          <a:xfrm>
            <a:off x="2488784" y="4759411"/>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1" name="Google Shape;321;p70"/>
          <p:cNvSpPr txBox="1"/>
          <p:nvPr>
            <p:ph idx="17" type="body"/>
          </p:nvPr>
        </p:nvSpPr>
        <p:spPr>
          <a:xfrm>
            <a:off x="7766655" y="2512451"/>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 name="Google Shape;322;p70"/>
          <p:cNvSpPr txBox="1"/>
          <p:nvPr>
            <p:ph idx="18" type="body"/>
          </p:nvPr>
        </p:nvSpPr>
        <p:spPr>
          <a:xfrm>
            <a:off x="7766655" y="2265592"/>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3" name="Google Shape;323;p70"/>
          <p:cNvSpPr txBox="1"/>
          <p:nvPr>
            <p:ph idx="19" type="body"/>
          </p:nvPr>
        </p:nvSpPr>
        <p:spPr>
          <a:xfrm>
            <a:off x="7766655" y="3745506"/>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4" name="Google Shape;324;p70"/>
          <p:cNvSpPr txBox="1"/>
          <p:nvPr>
            <p:ph idx="20" type="body"/>
          </p:nvPr>
        </p:nvSpPr>
        <p:spPr>
          <a:xfrm>
            <a:off x="7766655" y="3498647"/>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5" name="Google Shape;325;p70"/>
          <p:cNvSpPr txBox="1"/>
          <p:nvPr>
            <p:ph idx="21" type="body"/>
          </p:nvPr>
        </p:nvSpPr>
        <p:spPr>
          <a:xfrm>
            <a:off x="7766655" y="5006270"/>
            <a:ext cx="3995035" cy="426685"/>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6" name="Google Shape;326;p70"/>
          <p:cNvSpPr txBox="1"/>
          <p:nvPr>
            <p:ph idx="22" type="body"/>
          </p:nvPr>
        </p:nvSpPr>
        <p:spPr>
          <a:xfrm>
            <a:off x="7766655" y="4759411"/>
            <a:ext cx="3995036" cy="365095"/>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cxnSp>
        <p:nvCxnSpPr>
          <p:cNvPr id="327" name="Google Shape;327;p70"/>
          <p:cNvCxnSpPr/>
          <p:nvPr/>
        </p:nvCxnSpPr>
        <p:spPr>
          <a:xfrm>
            <a:off x="1134319" y="0"/>
            <a:ext cx="0" cy="685800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_5">
  <p:cSld name="Overview_5">
    <p:spTree>
      <p:nvGrpSpPr>
        <p:cNvPr id="328" name="Shape 328"/>
        <p:cNvGrpSpPr/>
        <p:nvPr/>
      </p:nvGrpSpPr>
      <p:grpSpPr>
        <a:xfrm>
          <a:off x="0" y="0"/>
          <a:ext cx="0" cy="0"/>
          <a:chOff x="0" y="0"/>
          <a:chExt cx="0" cy="0"/>
        </a:xfrm>
      </p:grpSpPr>
      <p:sp>
        <p:nvSpPr>
          <p:cNvPr id="329" name="Google Shape;329;p71"/>
          <p:cNvSpPr/>
          <p:nvPr>
            <p:ph idx="2" type="pic"/>
          </p:nvPr>
        </p:nvSpPr>
        <p:spPr>
          <a:xfrm>
            <a:off x="0" y="0"/>
            <a:ext cx="12191999" cy="6858000"/>
          </a:xfrm>
          <a:prstGeom prst="rect">
            <a:avLst/>
          </a:prstGeom>
          <a:solidFill>
            <a:srgbClr val="012F62"/>
          </a:solidFill>
          <a:ln>
            <a:noFill/>
          </a:ln>
        </p:spPr>
      </p:sp>
      <p:sp>
        <p:nvSpPr>
          <p:cNvPr id="330" name="Google Shape;330;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1" name="Google Shape;331;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2" name="Google Shape;332;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Calibri"/>
                <a:ea typeface="Calibri"/>
                <a:cs typeface="Calibri"/>
                <a:sym typeface="Calibri"/>
              </a:defRPr>
            </a:lvl1pPr>
            <a:lvl2pPr indent="0" lvl="1" marL="0" algn="r">
              <a:spcBef>
                <a:spcPts val="0"/>
              </a:spcBef>
              <a:buNone/>
              <a:defRPr b="0" i="0" sz="1200" u="none" cap="none" strike="noStrike">
                <a:solidFill>
                  <a:schemeClr val="lt1"/>
                </a:solidFill>
                <a:latin typeface="Calibri"/>
                <a:ea typeface="Calibri"/>
                <a:cs typeface="Calibri"/>
                <a:sym typeface="Calibri"/>
              </a:defRPr>
            </a:lvl2pPr>
            <a:lvl3pPr indent="0" lvl="2" marL="0" algn="r">
              <a:spcBef>
                <a:spcPts val="0"/>
              </a:spcBef>
              <a:buNone/>
              <a:defRPr b="0" i="0" sz="1200" u="none" cap="none" strike="noStrike">
                <a:solidFill>
                  <a:schemeClr val="lt1"/>
                </a:solidFill>
                <a:latin typeface="Calibri"/>
                <a:ea typeface="Calibri"/>
                <a:cs typeface="Calibri"/>
                <a:sym typeface="Calibri"/>
              </a:defRPr>
            </a:lvl3pPr>
            <a:lvl4pPr indent="0" lvl="3" marL="0" algn="r">
              <a:spcBef>
                <a:spcPts val="0"/>
              </a:spcBef>
              <a:buNone/>
              <a:defRPr b="0" i="0" sz="1200" u="none" cap="none" strike="noStrike">
                <a:solidFill>
                  <a:schemeClr val="lt1"/>
                </a:solidFill>
                <a:latin typeface="Calibri"/>
                <a:ea typeface="Calibri"/>
                <a:cs typeface="Calibri"/>
                <a:sym typeface="Calibri"/>
              </a:defRPr>
            </a:lvl4pPr>
            <a:lvl5pPr indent="0" lvl="4" marL="0" algn="r">
              <a:spcBef>
                <a:spcPts val="0"/>
              </a:spcBef>
              <a:buNone/>
              <a:defRPr b="0" i="0" sz="1200" u="none" cap="none" strike="noStrike">
                <a:solidFill>
                  <a:schemeClr val="lt1"/>
                </a:solidFill>
                <a:latin typeface="Calibri"/>
                <a:ea typeface="Calibri"/>
                <a:cs typeface="Calibri"/>
                <a:sym typeface="Calibri"/>
              </a:defRPr>
            </a:lvl5pPr>
            <a:lvl6pPr indent="0" lvl="5" marL="0" algn="r">
              <a:spcBef>
                <a:spcPts val="0"/>
              </a:spcBef>
              <a:buNone/>
              <a:defRPr b="0" i="0" sz="1200" u="none" cap="none" strike="noStrike">
                <a:solidFill>
                  <a:schemeClr val="lt1"/>
                </a:solidFill>
                <a:latin typeface="Calibri"/>
                <a:ea typeface="Calibri"/>
                <a:cs typeface="Calibri"/>
                <a:sym typeface="Calibri"/>
              </a:defRPr>
            </a:lvl6pPr>
            <a:lvl7pPr indent="0" lvl="6" marL="0" algn="r">
              <a:spcBef>
                <a:spcPts val="0"/>
              </a:spcBef>
              <a:buNone/>
              <a:defRPr b="0" i="0" sz="1200" u="none" cap="none" strike="noStrike">
                <a:solidFill>
                  <a:schemeClr val="lt1"/>
                </a:solidFill>
                <a:latin typeface="Calibri"/>
                <a:ea typeface="Calibri"/>
                <a:cs typeface="Calibri"/>
                <a:sym typeface="Calibri"/>
              </a:defRPr>
            </a:lvl7pPr>
            <a:lvl8pPr indent="0" lvl="7" marL="0" algn="r">
              <a:spcBef>
                <a:spcPts val="0"/>
              </a:spcBef>
              <a:buNone/>
              <a:defRPr b="0" i="0" sz="1200" u="none" cap="none" strike="noStrike">
                <a:solidFill>
                  <a:schemeClr val="lt1"/>
                </a:solidFill>
                <a:latin typeface="Calibri"/>
                <a:ea typeface="Calibri"/>
                <a:cs typeface="Calibri"/>
                <a:sym typeface="Calibri"/>
              </a:defRPr>
            </a:lvl8pPr>
            <a:lvl9pPr indent="0" lvl="8" mar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33" name="Google Shape;333;p71"/>
          <p:cNvSpPr txBox="1"/>
          <p:nvPr>
            <p:ph type="ctrTitle"/>
          </p:nvPr>
        </p:nvSpPr>
        <p:spPr>
          <a:xfrm>
            <a:off x="392623" y="339645"/>
            <a:ext cx="11369068" cy="1002552"/>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lt1"/>
              </a:buClr>
              <a:buSzPts val="4500"/>
              <a:buFont typeface="Arial"/>
              <a:buNone/>
              <a:defRPr b="0" i="0" sz="45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34" name="Google Shape;334;p71"/>
          <p:cNvCxnSpPr/>
          <p:nvPr/>
        </p:nvCxnSpPr>
        <p:spPr>
          <a:xfrm>
            <a:off x="392623" y="1974810"/>
            <a:ext cx="0" cy="0"/>
          </a:xfrm>
          <a:prstGeom prst="straightConnector1">
            <a:avLst/>
          </a:prstGeom>
          <a:noFill/>
          <a:ln cap="flat" cmpd="sng" w="12700">
            <a:solidFill>
              <a:srgbClr val="262626"/>
            </a:solidFill>
            <a:prstDash val="solid"/>
            <a:miter lim="800000"/>
            <a:headEnd len="sm" w="sm" type="none"/>
            <a:tailEnd len="sm" w="sm" type="none"/>
          </a:ln>
        </p:spPr>
      </p:cxnSp>
      <p:cxnSp>
        <p:nvCxnSpPr>
          <p:cNvPr id="335" name="Google Shape;335;p71"/>
          <p:cNvCxnSpPr/>
          <p:nvPr/>
        </p:nvCxnSpPr>
        <p:spPr>
          <a:xfrm>
            <a:off x="392623" y="2038081"/>
            <a:ext cx="11369068" cy="0"/>
          </a:xfrm>
          <a:prstGeom prst="straightConnector1">
            <a:avLst/>
          </a:prstGeom>
          <a:noFill/>
          <a:ln cap="flat" cmpd="sng" w="12700">
            <a:solidFill>
              <a:srgbClr val="262626"/>
            </a:solidFill>
            <a:prstDash val="solid"/>
            <a:miter lim="800000"/>
            <a:headEnd len="sm" w="sm" type="none"/>
            <a:tailEnd len="sm" w="sm" type="none"/>
          </a:ln>
        </p:spPr>
      </p:cxnSp>
      <p:sp>
        <p:nvSpPr>
          <p:cNvPr id="336" name="Google Shape;336;p71"/>
          <p:cNvSpPr/>
          <p:nvPr>
            <p:ph idx="3" type="pic"/>
          </p:nvPr>
        </p:nvSpPr>
        <p:spPr>
          <a:xfrm>
            <a:off x="464683" y="2215464"/>
            <a:ext cx="369944" cy="368788"/>
          </a:xfrm>
          <a:prstGeom prst="rect">
            <a:avLst/>
          </a:prstGeom>
          <a:noFill/>
          <a:ln>
            <a:noFill/>
          </a:ln>
        </p:spPr>
      </p:sp>
      <p:sp>
        <p:nvSpPr>
          <p:cNvPr id="337" name="Google Shape;337;p71"/>
          <p:cNvSpPr/>
          <p:nvPr>
            <p:ph idx="4" type="pic"/>
          </p:nvPr>
        </p:nvSpPr>
        <p:spPr>
          <a:xfrm>
            <a:off x="464683" y="3441149"/>
            <a:ext cx="369944" cy="368788"/>
          </a:xfrm>
          <a:prstGeom prst="rect">
            <a:avLst/>
          </a:prstGeom>
          <a:noFill/>
          <a:ln>
            <a:noFill/>
          </a:ln>
        </p:spPr>
      </p:sp>
      <p:sp>
        <p:nvSpPr>
          <p:cNvPr id="338" name="Google Shape;338;p71"/>
          <p:cNvSpPr/>
          <p:nvPr>
            <p:ph idx="5" type="pic"/>
          </p:nvPr>
        </p:nvSpPr>
        <p:spPr>
          <a:xfrm>
            <a:off x="464683" y="4705745"/>
            <a:ext cx="369944" cy="368788"/>
          </a:xfrm>
          <a:prstGeom prst="rect">
            <a:avLst/>
          </a:prstGeom>
          <a:noFill/>
          <a:ln>
            <a:noFill/>
          </a:ln>
        </p:spPr>
      </p:sp>
      <p:sp>
        <p:nvSpPr>
          <p:cNvPr id="339" name="Google Shape;339;p71"/>
          <p:cNvSpPr/>
          <p:nvPr>
            <p:ph idx="6" type="pic"/>
          </p:nvPr>
        </p:nvSpPr>
        <p:spPr>
          <a:xfrm>
            <a:off x="6544641" y="2215464"/>
            <a:ext cx="369944" cy="368788"/>
          </a:xfrm>
          <a:prstGeom prst="rect">
            <a:avLst/>
          </a:prstGeom>
          <a:noFill/>
          <a:ln>
            <a:noFill/>
          </a:ln>
        </p:spPr>
      </p:sp>
      <p:sp>
        <p:nvSpPr>
          <p:cNvPr id="340" name="Google Shape;340;p71"/>
          <p:cNvSpPr/>
          <p:nvPr>
            <p:ph idx="7" type="pic"/>
          </p:nvPr>
        </p:nvSpPr>
        <p:spPr>
          <a:xfrm>
            <a:off x="6544641" y="3441149"/>
            <a:ext cx="369944" cy="368788"/>
          </a:xfrm>
          <a:prstGeom prst="rect">
            <a:avLst/>
          </a:prstGeom>
          <a:noFill/>
          <a:ln>
            <a:noFill/>
          </a:ln>
        </p:spPr>
      </p:sp>
      <p:sp>
        <p:nvSpPr>
          <p:cNvPr id="341" name="Google Shape;341;p71"/>
          <p:cNvSpPr/>
          <p:nvPr>
            <p:ph idx="8" type="pic"/>
          </p:nvPr>
        </p:nvSpPr>
        <p:spPr>
          <a:xfrm>
            <a:off x="6544641" y="4705745"/>
            <a:ext cx="369944" cy="368788"/>
          </a:xfrm>
          <a:prstGeom prst="rect">
            <a:avLst/>
          </a:prstGeom>
          <a:noFill/>
          <a:ln>
            <a:noFill/>
          </a:ln>
        </p:spPr>
      </p:sp>
      <p:sp>
        <p:nvSpPr>
          <p:cNvPr id="342" name="Google Shape;342;p71"/>
          <p:cNvSpPr txBox="1"/>
          <p:nvPr>
            <p:ph idx="1" type="body"/>
          </p:nvPr>
        </p:nvSpPr>
        <p:spPr>
          <a:xfrm>
            <a:off x="1213862" y="2361562"/>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3" name="Google Shape;343;p71"/>
          <p:cNvSpPr txBox="1"/>
          <p:nvPr>
            <p:ph idx="9" type="body"/>
          </p:nvPr>
        </p:nvSpPr>
        <p:spPr>
          <a:xfrm>
            <a:off x="1213862" y="2114704"/>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4" name="Google Shape;344;p71"/>
          <p:cNvSpPr txBox="1"/>
          <p:nvPr>
            <p:ph idx="13" type="body"/>
          </p:nvPr>
        </p:nvSpPr>
        <p:spPr>
          <a:xfrm>
            <a:off x="1213862" y="3594617"/>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5" name="Google Shape;345;p71"/>
          <p:cNvSpPr txBox="1"/>
          <p:nvPr>
            <p:ph idx="14" type="body"/>
          </p:nvPr>
        </p:nvSpPr>
        <p:spPr>
          <a:xfrm>
            <a:off x="1213862" y="3347759"/>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6" name="Google Shape;346;p71"/>
          <p:cNvSpPr txBox="1"/>
          <p:nvPr>
            <p:ph idx="15" type="body"/>
          </p:nvPr>
        </p:nvSpPr>
        <p:spPr>
          <a:xfrm>
            <a:off x="1213862" y="4855381"/>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7" name="Google Shape;347;p71"/>
          <p:cNvSpPr txBox="1"/>
          <p:nvPr>
            <p:ph idx="16" type="body"/>
          </p:nvPr>
        </p:nvSpPr>
        <p:spPr>
          <a:xfrm>
            <a:off x="1213862" y="4608523"/>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8" name="Google Shape;348;p71"/>
          <p:cNvSpPr txBox="1"/>
          <p:nvPr>
            <p:ph idx="17" type="body"/>
          </p:nvPr>
        </p:nvSpPr>
        <p:spPr>
          <a:xfrm>
            <a:off x="7358765" y="2361562"/>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9" name="Google Shape;349;p71"/>
          <p:cNvSpPr txBox="1"/>
          <p:nvPr>
            <p:ph idx="18" type="body"/>
          </p:nvPr>
        </p:nvSpPr>
        <p:spPr>
          <a:xfrm>
            <a:off x="7358764" y="2114704"/>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0" name="Google Shape;350;p71"/>
          <p:cNvSpPr txBox="1"/>
          <p:nvPr>
            <p:ph idx="19" type="body"/>
          </p:nvPr>
        </p:nvSpPr>
        <p:spPr>
          <a:xfrm>
            <a:off x="7358765" y="3594617"/>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1" name="Google Shape;351;p71"/>
          <p:cNvSpPr txBox="1"/>
          <p:nvPr>
            <p:ph idx="20" type="body"/>
          </p:nvPr>
        </p:nvSpPr>
        <p:spPr>
          <a:xfrm>
            <a:off x="7358764" y="3347759"/>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2" name="Google Shape;352;p71"/>
          <p:cNvSpPr txBox="1"/>
          <p:nvPr>
            <p:ph idx="21" type="body"/>
          </p:nvPr>
        </p:nvSpPr>
        <p:spPr>
          <a:xfrm>
            <a:off x="7358765" y="4855381"/>
            <a:ext cx="4411704" cy="365077"/>
          </a:xfrm>
          <a:prstGeom prst="rect">
            <a:avLst/>
          </a:prstGeom>
          <a:noFill/>
          <a:ln>
            <a:noFill/>
          </a:ln>
        </p:spPr>
        <p:txBody>
          <a:bodyPr anchorCtr="0" anchor="t" bIns="45700" lIns="0" spcFirstLastPara="1" rIns="0"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228600" lvl="1" marL="9144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2pPr>
            <a:lvl3pPr indent="-228600" lvl="2" marL="13716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3pPr>
            <a:lvl4pPr indent="-228600" lvl="3" marL="18288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4pPr>
            <a:lvl5pPr indent="-228600" lvl="4" marL="2286000" algn="l">
              <a:lnSpc>
                <a:spcPct val="100000"/>
              </a:lnSpc>
              <a:spcBef>
                <a:spcPts val="500"/>
              </a:spcBef>
              <a:spcAft>
                <a:spcPts val="0"/>
              </a:spcAft>
              <a:buClr>
                <a:schemeClr val="dk1"/>
              </a:buClr>
              <a:buSzPts val="900"/>
              <a:buNone/>
              <a:defRPr sz="9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3" name="Google Shape;353;p71"/>
          <p:cNvSpPr txBox="1"/>
          <p:nvPr>
            <p:ph idx="22" type="body"/>
          </p:nvPr>
        </p:nvSpPr>
        <p:spPr>
          <a:xfrm>
            <a:off x="7358764" y="4608523"/>
            <a:ext cx="4411705" cy="312380"/>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1" sz="18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cxnSp>
        <p:nvCxnSpPr>
          <p:cNvPr id="354" name="Google Shape;354;p71"/>
          <p:cNvCxnSpPr/>
          <p:nvPr/>
        </p:nvCxnSpPr>
        <p:spPr>
          <a:xfrm>
            <a:off x="0" y="5992966"/>
            <a:ext cx="121920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theme" Target="../theme/theme2.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2.jpg"/><Relationship Id="rId5" Type="http://schemas.openxmlformats.org/officeDocument/2006/relationships/image" Target="../media/image11.png"/><Relationship Id="rId6" Type="http://schemas.openxmlformats.org/officeDocument/2006/relationships/image" Target="../media/image18.pn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csrc.nist.gov/pubs/sp/800/82/r2/final" TargetMode="External"/><Relationship Id="rId4" Type="http://schemas.openxmlformats.org/officeDocument/2006/relationships/hyperlink" Target="https://www.fortinet.com/resources/cyberglossary/ics-scada" TargetMode="External"/><Relationship Id="rId5" Type="http://schemas.openxmlformats.org/officeDocument/2006/relationships/hyperlink" Target="https://csrc.nist.gov/pubs/sp/800/82/r2/final" TargetMode="External"/><Relationship Id="rId6" Type="http://schemas.openxmlformats.org/officeDocument/2006/relationships/image" Target="../media/image4.png"/><Relationship Id="rId7" Type="http://schemas.openxmlformats.org/officeDocument/2006/relationships/image" Target="../media/image14.jp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jp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5.jpg"/><Relationship Id="rId5" Type="http://schemas.openxmlformats.org/officeDocument/2006/relationships/image" Target="../media/image19.jpg"/><Relationship Id="rId6"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4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dragos.com/resources/bridging-the-it-and-ot-cybersecurity-divid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3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2.jpg"/><Relationship Id="rId4" Type="http://schemas.openxmlformats.org/officeDocument/2006/relationships/hyperlink" Target="https://attack.mitre.org/software/S0604/" TargetMode="External"/><Relationship Id="rId5" Type="http://schemas.openxmlformats.org/officeDocument/2006/relationships/hyperlink" Target="https://attack.mitre.org/software/S0604/" TargetMode="External"/><Relationship Id="rId6"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4.jpg"/><Relationship Id="rId4" Type="http://schemas.openxmlformats.org/officeDocument/2006/relationships/hyperlink" Target="https://attack.mitre.org/software/S1009/" TargetMode="External"/><Relationship Id="rId5" Type="http://schemas.openxmlformats.org/officeDocument/2006/relationships/hyperlink" Target="https://attack.mitre.org/campaigns/C0030/" TargetMode="External"/><Relationship Id="rId6" Type="http://schemas.openxmlformats.org/officeDocument/2006/relationships/hyperlink" Target="https://attack.mitre.org/software/S1009/" TargetMode="External"/><Relationship Id="rId7" Type="http://schemas.openxmlformats.org/officeDocument/2006/relationships/image" Target="../media/image27.jpg"/><Relationship Id="rId8"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hyperlink" Target="https://attack.mitre.org/software/S1045/" TargetMode="External"/><Relationship Id="rId5" Type="http://schemas.openxmlformats.org/officeDocument/2006/relationships/hyperlink" Target="https://attack.mitre.org/software/S1045/" TargetMode="External"/><Relationship Id="rId6"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xonasystems.com/2022/04/pipedream-malware-targets-ics-what-critical-infrastructure-owners-need-to-know/" TargetMode="External"/><Relationship Id="rId4" Type="http://schemas.openxmlformats.org/officeDocument/2006/relationships/hyperlink" Target="https://industrialcyber.co/threats-attacks/dragos-estimates-that-chernovites-pipedream-malware-targets-ics-networks/" TargetMode="External"/><Relationship Id="rId5" Type="http://schemas.openxmlformats.org/officeDocument/2006/relationships/hyperlink" Target="https://industrialcyber.co/threats-attacks/dragos-estimates-that-chernovites-pipedream-malware-targets-ics-network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4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descr="A factory at night with lights&#10;&#10;Description automatically generated" id="360" name="Google Shape;360;p1"/>
          <p:cNvPicPr preferRelativeResize="0"/>
          <p:nvPr>
            <p:ph idx="2" type="pic"/>
          </p:nvPr>
        </p:nvPicPr>
        <p:blipFill rotWithShape="1">
          <a:blip r:embed="rId3">
            <a:alphaModFix/>
          </a:blip>
          <a:srcRect b="0" l="0" r="0" t="8162"/>
          <a:stretch/>
        </p:blipFill>
        <p:spPr>
          <a:xfrm>
            <a:off x="20" y="10"/>
            <a:ext cx="12191981" cy="6857990"/>
          </a:xfrm>
          <a:prstGeom prst="rect">
            <a:avLst/>
          </a:prstGeom>
          <a:noFill/>
          <a:ln>
            <a:noFill/>
          </a:ln>
        </p:spPr>
      </p:pic>
      <p:sp>
        <p:nvSpPr>
          <p:cNvPr id="361" name="Google Shape;361;p1"/>
          <p:cNvSpPr txBox="1"/>
          <p:nvPr>
            <p:ph idx="1" type="body"/>
          </p:nvPr>
        </p:nvSpPr>
        <p:spPr>
          <a:xfrm>
            <a:off x="165463" y="2525653"/>
            <a:ext cx="4179375" cy="356462"/>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Clr>
                <a:schemeClr val="lt1"/>
              </a:buClr>
              <a:buSzPts val="1800"/>
              <a:buNone/>
            </a:pPr>
            <a:r>
              <a:rPr b="0" lang="en-US">
                <a:latin typeface="Times New Roman"/>
                <a:ea typeface="Times New Roman"/>
                <a:cs typeface="Times New Roman"/>
                <a:sym typeface="Times New Roman"/>
              </a:rPr>
              <a:t>AUSTIN TAPIA</a:t>
            </a:r>
            <a:endParaRPr b="0">
              <a:latin typeface="Times New Roman"/>
              <a:ea typeface="Times New Roman"/>
              <a:cs typeface="Times New Roman"/>
              <a:sym typeface="Times New Roman"/>
            </a:endParaRPr>
          </a:p>
        </p:txBody>
      </p:sp>
      <p:sp>
        <p:nvSpPr>
          <p:cNvPr id="362" name="Google Shape;362;p1"/>
          <p:cNvSpPr txBox="1"/>
          <p:nvPr>
            <p:ph type="ctrTitle"/>
          </p:nvPr>
        </p:nvSpPr>
        <p:spPr>
          <a:xfrm>
            <a:off x="165463" y="138053"/>
            <a:ext cx="4179376" cy="23876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lt1"/>
              </a:buClr>
              <a:buSzPts val="4100"/>
              <a:buFont typeface="Times New Roman"/>
              <a:buNone/>
            </a:pPr>
            <a:r>
              <a:rPr lang="en-US" sz="4100">
                <a:latin typeface="Times New Roman"/>
                <a:ea typeface="Times New Roman"/>
                <a:cs typeface="Times New Roman"/>
                <a:sym typeface="Times New Roman"/>
              </a:rPr>
              <a:t>THE EVOLVING PLAYBOOK OF ICS/SCADA CYBER ATTACKS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descr="A person standing in front of a snowy mountain&#10;&#10;Description automatically generated" id="368" name="Google Shape;368;p2"/>
          <p:cNvPicPr preferRelativeResize="0"/>
          <p:nvPr>
            <p:ph idx="2" type="pic"/>
          </p:nvPr>
        </p:nvPicPr>
        <p:blipFill rotWithShape="1">
          <a:blip r:embed="rId3">
            <a:alphaModFix/>
          </a:blip>
          <a:srcRect b="-1" l="18374" r="16622" t="0"/>
          <a:stretch/>
        </p:blipFill>
        <p:spPr>
          <a:xfrm>
            <a:off x="6993359" y="1"/>
            <a:ext cx="5198641" cy="6858002"/>
          </a:xfrm>
          <a:prstGeom prst="rect">
            <a:avLst/>
          </a:prstGeom>
          <a:noFill/>
          <a:ln>
            <a:noFill/>
          </a:ln>
        </p:spPr>
      </p:pic>
      <p:sp>
        <p:nvSpPr>
          <p:cNvPr id="369" name="Google Shape;369;p2"/>
          <p:cNvSpPr txBox="1"/>
          <p:nvPr>
            <p:ph type="ctrTitle"/>
          </p:nvPr>
        </p:nvSpPr>
        <p:spPr>
          <a:xfrm>
            <a:off x="1648661" y="339645"/>
            <a:ext cx="4890577" cy="100255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rgbClr val="024793"/>
              </a:buClr>
              <a:buSzPts val="4500"/>
              <a:buFont typeface="Times New Roman"/>
              <a:buNone/>
            </a:pPr>
            <a:r>
              <a:rPr lang="en-US">
                <a:latin typeface="Times New Roman"/>
                <a:ea typeface="Times New Roman"/>
                <a:cs typeface="Times New Roman"/>
                <a:sym typeface="Times New Roman"/>
              </a:rPr>
              <a:t>WHO AM I?</a:t>
            </a:r>
            <a:endParaRPr/>
          </a:p>
        </p:txBody>
      </p:sp>
      <p:sp>
        <p:nvSpPr>
          <p:cNvPr id="370" name="Google Shape;370;p2"/>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fontScale="62500" lnSpcReduction="10000"/>
          </a:bodyPr>
          <a:lstStyle/>
          <a:p>
            <a:pPr indent="0" lvl="0" marL="0" rtl="0" algn="l">
              <a:lnSpc>
                <a:spcPct val="100000"/>
              </a:lnSpc>
              <a:spcBef>
                <a:spcPts val="0"/>
              </a:spcBef>
              <a:spcAft>
                <a:spcPts val="0"/>
              </a:spcAft>
              <a:buClr>
                <a:schemeClr val="dk1"/>
              </a:buClr>
              <a:buSzPct val="100000"/>
              <a:buNone/>
            </a:pPr>
            <a:r>
              <a:rPr b="1" lang="en-US">
                <a:latin typeface="Times New Roman"/>
                <a:ea typeface="Times New Roman"/>
                <a:cs typeface="Times New Roman"/>
                <a:sym typeface="Times New Roman"/>
              </a:rPr>
              <a:t>Austin Tapia </a:t>
            </a:r>
            <a:r>
              <a:rPr lang="en-US">
                <a:latin typeface="Times New Roman"/>
                <a:ea typeface="Times New Roman"/>
                <a:cs typeface="Times New Roman"/>
                <a:sym typeface="Times New Roman"/>
              </a:rPr>
              <a:t>(Perfect.exe or vmkerne1) - IT Professional and CIT OT Systems and Network Administrator for Manufacturing</a:t>
            </a:r>
            <a:endParaRPr/>
          </a:p>
          <a:p>
            <a:pPr indent="-63500" lvl="0" marL="0" rtl="0" algn="l">
              <a:lnSpc>
                <a:spcPct val="100000"/>
              </a:lnSpc>
              <a:spcBef>
                <a:spcPts val="1000"/>
              </a:spcBef>
              <a:spcAft>
                <a:spcPts val="0"/>
              </a:spcAft>
              <a:buClr>
                <a:schemeClr val="dk1"/>
              </a:buClr>
              <a:buSzPct val="100000"/>
              <a:buFont typeface="Arial"/>
              <a:buChar char="•"/>
            </a:pPr>
            <a:r>
              <a:rPr b="1" lang="en-US">
                <a:latin typeface="Times New Roman"/>
                <a:ea typeface="Times New Roman"/>
                <a:cs typeface="Times New Roman"/>
                <a:sym typeface="Times New Roman"/>
              </a:rPr>
              <a:t>IT Professional: </a:t>
            </a:r>
            <a:r>
              <a:rPr lang="en-US">
                <a:latin typeface="Times New Roman"/>
                <a:ea typeface="Times New Roman"/>
                <a:cs typeface="Times New Roman"/>
                <a:sym typeface="Times New Roman"/>
              </a:rPr>
              <a:t>With experience across network administration, cloud security, and systems management, I have built a solid grounding in operational technology (OT) and a strong foundation in information technology (IT).</a:t>
            </a:r>
            <a:endParaRPr/>
          </a:p>
          <a:p>
            <a:pPr indent="-63500" lvl="0" marL="0" rtl="0" algn="l">
              <a:lnSpc>
                <a:spcPct val="100000"/>
              </a:lnSpc>
              <a:spcBef>
                <a:spcPts val="1000"/>
              </a:spcBef>
              <a:spcAft>
                <a:spcPts val="0"/>
              </a:spcAft>
              <a:buClr>
                <a:schemeClr val="dk1"/>
              </a:buClr>
              <a:buSzPct val="100000"/>
              <a:buFont typeface="Arial"/>
              <a:buChar char="•"/>
            </a:pPr>
            <a:r>
              <a:rPr b="1" lang="en-US">
                <a:latin typeface="Times New Roman"/>
                <a:ea typeface="Times New Roman"/>
                <a:cs typeface="Times New Roman"/>
                <a:sym typeface="Times New Roman"/>
              </a:rPr>
              <a:t>ICS Researcher</a:t>
            </a:r>
            <a:r>
              <a:rPr lang="en-US">
                <a:latin typeface="Times New Roman"/>
                <a:ea typeface="Times New Roman"/>
                <a:cs typeface="Times New Roman"/>
                <a:sym typeface="Times New Roman"/>
              </a:rPr>
              <a:t>: For the past 7 years, I have specialized in researching the security of Industrial Control Systems (ICS), focusing on identifying vulnerabilities, developing defense mechanisms, and ensuring the safety and integrity of critical infrastructure.</a:t>
            </a:r>
            <a:endParaRPr/>
          </a:p>
          <a:p>
            <a:pPr indent="-63500" lvl="0" marL="0" rtl="0" algn="l">
              <a:lnSpc>
                <a:spcPct val="100000"/>
              </a:lnSpc>
              <a:spcBef>
                <a:spcPts val="1000"/>
              </a:spcBef>
              <a:spcAft>
                <a:spcPts val="0"/>
              </a:spcAft>
              <a:buClr>
                <a:schemeClr val="dk1"/>
              </a:buClr>
              <a:buSzPct val="100000"/>
              <a:buFont typeface="Arial"/>
              <a:buChar char="•"/>
            </a:pPr>
            <a:r>
              <a:rPr b="1" lang="en-US">
                <a:latin typeface="Times New Roman"/>
                <a:ea typeface="Times New Roman"/>
                <a:cs typeface="Times New Roman"/>
                <a:sym typeface="Times New Roman"/>
              </a:rPr>
              <a:t>Incident Response &amp; Security Operations</a:t>
            </a:r>
            <a:r>
              <a:rPr lang="en-US">
                <a:latin typeface="Times New Roman"/>
                <a:ea typeface="Times New Roman"/>
                <a:cs typeface="Times New Roman"/>
                <a:sym typeface="Times New Roman"/>
              </a:rPr>
              <a:t>: I led a corporate deskside support team in responding to security incidents, particularly in ICS and IT environments, conducting threat analysis, vulnerability management, and remediation to protect essential systems.</a:t>
            </a:r>
            <a:endParaRPr/>
          </a:p>
          <a:p>
            <a:pPr indent="-63500" lvl="0" marL="0" rtl="0" algn="l">
              <a:lnSpc>
                <a:spcPct val="100000"/>
              </a:lnSpc>
              <a:spcBef>
                <a:spcPts val="1000"/>
              </a:spcBef>
              <a:spcAft>
                <a:spcPts val="0"/>
              </a:spcAft>
              <a:buClr>
                <a:schemeClr val="dk1"/>
              </a:buClr>
              <a:buSzPct val="100000"/>
              <a:buFont typeface="Arial"/>
              <a:buChar char="•"/>
            </a:pPr>
            <a:r>
              <a:rPr b="1" lang="en-US">
                <a:latin typeface="Times New Roman"/>
                <a:ea typeface="Times New Roman"/>
                <a:cs typeface="Times New Roman"/>
                <a:sym typeface="Times New Roman"/>
              </a:rPr>
              <a:t>Cloud &amp; Network Security</a:t>
            </a:r>
            <a:r>
              <a:rPr lang="en-US">
                <a:latin typeface="Times New Roman"/>
                <a:ea typeface="Times New Roman"/>
                <a:cs typeface="Times New Roman"/>
                <a:sym typeface="Times New Roman"/>
              </a:rPr>
              <a:t>: Extensive experience securing cloud platforms (AWS, Azure, Google Cloud) and implementing secure network architectures, including firewalls, VPNs, and various systems across IT environments.</a:t>
            </a:r>
            <a:endParaRPr/>
          </a:p>
          <a:p>
            <a:pPr indent="-63500" lvl="0" marL="0" rtl="0" algn="l">
              <a:lnSpc>
                <a:spcPct val="100000"/>
              </a:lnSpc>
              <a:spcBef>
                <a:spcPts val="1000"/>
              </a:spcBef>
              <a:spcAft>
                <a:spcPts val="0"/>
              </a:spcAft>
              <a:buClr>
                <a:schemeClr val="dk1"/>
              </a:buClr>
              <a:buSzPct val="100000"/>
              <a:buFont typeface="Arial"/>
              <a:buChar char="•"/>
            </a:pPr>
            <a:r>
              <a:rPr b="1" lang="en-US">
                <a:latin typeface="Times New Roman"/>
                <a:ea typeface="Times New Roman"/>
                <a:cs typeface="Times New Roman"/>
                <a:sym typeface="Times New Roman"/>
              </a:rPr>
              <a:t>Mentor &amp; Educator</a:t>
            </a:r>
            <a:r>
              <a:rPr lang="en-US">
                <a:latin typeface="Times New Roman"/>
                <a:ea typeface="Times New Roman"/>
                <a:cs typeface="Times New Roman"/>
                <a:sym typeface="Times New Roman"/>
              </a:rPr>
              <a:t>: Dedicated to teaching and mentoring, guiding students and teams in IT, coding, and cybersecurity, with a particular focus on the intersection of IT and ICS security.</a:t>
            </a:r>
            <a:endParaRPr/>
          </a:p>
          <a:p>
            <a:pPr indent="-63500" lvl="0" marL="0" rtl="0" algn="l">
              <a:lnSpc>
                <a:spcPct val="100000"/>
              </a:lnSpc>
              <a:spcBef>
                <a:spcPts val="1000"/>
              </a:spcBef>
              <a:spcAft>
                <a:spcPts val="0"/>
              </a:spcAft>
              <a:buClr>
                <a:schemeClr val="dk1"/>
              </a:buClr>
              <a:buSzPct val="100000"/>
              <a:buFont typeface="Arial"/>
              <a:buChar char="•"/>
            </a:pPr>
            <a:r>
              <a:rPr b="1" lang="en-US">
                <a:latin typeface="Times New Roman"/>
                <a:ea typeface="Times New Roman"/>
                <a:cs typeface="Times New Roman"/>
                <a:sym typeface="Times New Roman"/>
              </a:rPr>
              <a:t>Educational Background</a:t>
            </a:r>
            <a:r>
              <a:rPr lang="en-US">
                <a:latin typeface="Times New Roman"/>
                <a:ea typeface="Times New Roman"/>
                <a:cs typeface="Times New Roman"/>
                <a:sym typeface="Times New Roman"/>
              </a:rPr>
              <a:t>: AAS - CIS with an emphasis in Cybersecurity (CAE-2Y) and an AGS - Associate of General Studies, with hands-on experience in IT management, cybersecurity, and industrial control system research.</a:t>
            </a:r>
            <a:endParaRPr/>
          </a:p>
          <a:p>
            <a:pPr indent="0" lvl="0" marL="0" rtl="0" algn="l">
              <a:lnSpc>
                <a:spcPct val="100000"/>
              </a:lnSpc>
              <a:spcBef>
                <a:spcPts val="1000"/>
              </a:spcBef>
              <a:spcAft>
                <a:spcPts val="0"/>
              </a:spcAft>
              <a:buClr>
                <a:schemeClr val="dk1"/>
              </a:buClr>
              <a:buSzPct val="100000"/>
              <a:buNone/>
            </a:pPr>
            <a:r>
              <a:rPr b="1" lang="en-US">
                <a:latin typeface="Times New Roman"/>
                <a:ea typeface="Times New Roman"/>
                <a:cs typeface="Times New Roman"/>
                <a:sym typeface="Times New Roman"/>
              </a:rPr>
              <a:t>DEF CON Achievements</a:t>
            </a:r>
            <a:r>
              <a:rPr lang="en-US">
                <a:latin typeface="Times New Roman"/>
                <a:ea typeface="Times New Roman"/>
                <a:cs typeface="Times New Roman"/>
                <a:sym typeface="Times New Roman"/>
              </a:rPr>
              <a:t>:</a:t>
            </a:r>
            <a:endParaRPr/>
          </a:p>
          <a:p>
            <a:pPr indent="-63500" lvl="1" marL="457200" rtl="0" algn="l">
              <a:lnSpc>
                <a:spcPct val="100000"/>
              </a:lnSpc>
              <a:spcBef>
                <a:spcPts val="500"/>
              </a:spcBef>
              <a:spcAft>
                <a:spcPts val="0"/>
              </a:spcAft>
              <a:buClr>
                <a:schemeClr val="dk1"/>
              </a:buClr>
              <a:buSzPct val="100000"/>
              <a:buFont typeface="Arial"/>
              <a:buChar char="•"/>
            </a:pPr>
            <a:r>
              <a:rPr b="1" lang="en-US">
                <a:latin typeface="Times New Roman"/>
                <a:ea typeface="Times New Roman"/>
                <a:cs typeface="Times New Roman"/>
                <a:sym typeface="Times New Roman"/>
              </a:rPr>
              <a:t>Red Team Offense Village MAY'HEM CTF 2020</a:t>
            </a:r>
            <a:r>
              <a:rPr lang="en-US">
                <a:latin typeface="Times New Roman"/>
                <a:ea typeface="Times New Roman"/>
                <a:cs typeface="Times New Roman"/>
                <a:sym typeface="Times New Roman"/>
              </a:rPr>
              <a:t>: 4th place out of 258 teams (Total players: 417)</a:t>
            </a:r>
            <a:endParaRPr/>
          </a:p>
          <a:p>
            <a:pPr indent="-63500" lvl="1" marL="457200" rtl="0" algn="l">
              <a:lnSpc>
                <a:spcPct val="100000"/>
              </a:lnSpc>
              <a:spcBef>
                <a:spcPts val="500"/>
              </a:spcBef>
              <a:spcAft>
                <a:spcPts val="0"/>
              </a:spcAft>
              <a:buClr>
                <a:schemeClr val="dk1"/>
              </a:buClr>
              <a:buSzPct val="100000"/>
              <a:buFont typeface="Arial"/>
              <a:buChar char="•"/>
            </a:pPr>
            <a:r>
              <a:rPr b="1" lang="en-US">
                <a:latin typeface="Times New Roman"/>
                <a:ea typeface="Times New Roman"/>
                <a:cs typeface="Times New Roman"/>
                <a:sym typeface="Times New Roman"/>
              </a:rPr>
              <a:t>Cyber June'Gle Virtual Summit 2020</a:t>
            </a:r>
            <a:r>
              <a:rPr lang="en-US">
                <a:latin typeface="Times New Roman"/>
                <a:ea typeface="Times New Roman"/>
                <a:cs typeface="Times New Roman"/>
                <a:sym typeface="Times New Roman"/>
              </a:rPr>
              <a:t>: 2nd place out of 221 teams (Total players: 753)</a:t>
            </a:r>
            <a:endParaRPr/>
          </a:p>
          <a:p>
            <a:pPr indent="-63500" lvl="1" marL="457200" rtl="0" algn="l">
              <a:lnSpc>
                <a:spcPct val="100000"/>
              </a:lnSpc>
              <a:spcBef>
                <a:spcPts val="500"/>
              </a:spcBef>
              <a:spcAft>
                <a:spcPts val="0"/>
              </a:spcAft>
              <a:buClr>
                <a:schemeClr val="dk1"/>
              </a:buClr>
              <a:buSzPct val="100000"/>
              <a:buFont typeface="Arial"/>
              <a:buChar char="•"/>
            </a:pPr>
            <a:r>
              <a:rPr b="1" lang="en-US">
                <a:latin typeface="Times New Roman"/>
                <a:ea typeface="Times New Roman"/>
                <a:cs typeface="Times New Roman"/>
                <a:sym typeface="Times New Roman"/>
              </a:rPr>
              <a:t>CTF Qualifiers 2020</a:t>
            </a:r>
            <a:r>
              <a:rPr lang="en-US">
                <a:latin typeface="Times New Roman"/>
                <a:ea typeface="Times New Roman"/>
                <a:cs typeface="Times New Roman"/>
                <a:sym typeface="Times New Roman"/>
              </a:rPr>
              <a:t>: 8th place out of 690 teams (Total players: 1,428)</a:t>
            </a:r>
            <a:endParaRPr/>
          </a:p>
          <a:p>
            <a:pPr indent="-63500" lvl="1" marL="457200" rtl="0" algn="l">
              <a:lnSpc>
                <a:spcPct val="100000"/>
              </a:lnSpc>
              <a:spcBef>
                <a:spcPts val="500"/>
              </a:spcBef>
              <a:spcAft>
                <a:spcPts val="0"/>
              </a:spcAft>
              <a:buClr>
                <a:schemeClr val="dk1"/>
              </a:buClr>
              <a:buSzPct val="100000"/>
              <a:buFont typeface="Arial"/>
              <a:buChar char="•"/>
            </a:pPr>
            <a:r>
              <a:rPr b="1" lang="en-US">
                <a:latin typeface="Times New Roman"/>
                <a:ea typeface="Times New Roman"/>
                <a:cs typeface="Times New Roman"/>
                <a:sym typeface="Times New Roman"/>
              </a:rPr>
              <a:t>CTF Finals 2020</a:t>
            </a:r>
            <a:r>
              <a:rPr lang="en-US">
                <a:latin typeface="Times New Roman"/>
                <a:ea typeface="Times New Roman"/>
                <a:cs typeface="Times New Roman"/>
                <a:sym typeface="Times New Roman"/>
              </a:rPr>
              <a:t>: 9th place out of 20 finalist teams (Total players: 175)</a:t>
            </a:r>
            <a:endParaRPr/>
          </a:p>
        </p:txBody>
      </p:sp>
      <p:pic>
        <p:nvPicPr>
          <p:cNvPr descr="A big Panther cheer to Chandra... - Pueblo Community College | Facebook" id="371" name="Google Shape;371;p2"/>
          <p:cNvPicPr preferRelativeResize="0"/>
          <p:nvPr/>
        </p:nvPicPr>
        <p:blipFill rotWithShape="1">
          <a:blip r:embed="rId4">
            <a:alphaModFix/>
          </a:blip>
          <a:srcRect b="0" l="0" r="0" t="0"/>
          <a:stretch/>
        </p:blipFill>
        <p:spPr>
          <a:xfrm>
            <a:off x="47179" y="2100262"/>
            <a:ext cx="994464" cy="885825"/>
          </a:xfrm>
          <a:prstGeom prst="rect">
            <a:avLst/>
          </a:prstGeom>
          <a:noFill/>
          <a:ln>
            <a:noFill/>
          </a:ln>
        </p:spPr>
      </p:pic>
      <p:pic>
        <p:nvPicPr>
          <p:cNvPr descr="Central High School / Homepage" id="372" name="Google Shape;372;p2"/>
          <p:cNvPicPr preferRelativeResize="0"/>
          <p:nvPr/>
        </p:nvPicPr>
        <p:blipFill rotWithShape="1">
          <a:blip r:embed="rId5">
            <a:alphaModFix/>
          </a:blip>
          <a:srcRect b="0" l="0" r="0" t="0"/>
          <a:stretch/>
        </p:blipFill>
        <p:spPr>
          <a:xfrm>
            <a:off x="23146" y="5926351"/>
            <a:ext cx="1042530" cy="642893"/>
          </a:xfrm>
          <a:prstGeom prst="rect">
            <a:avLst/>
          </a:prstGeom>
          <a:noFill/>
          <a:ln>
            <a:noFill/>
          </a:ln>
        </p:spPr>
      </p:pic>
      <p:pic>
        <p:nvPicPr>
          <p:cNvPr descr="CTFtime.org / Hackers N' Hops" id="373" name="Google Shape;373;p2"/>
          <p:cNvPicPr preferRelativeResize="0"/>
          <p:nvPr/>
        </p:nvPicPr>
        <p:blipFill rotWithShape="1">
          <a:blip r:embed="rId6">
            <a:alphaModFix/>
          </a:blip>
          <a:srcRect b="0" l="0" r="0" t="0"/>
          <a:stretch/>
        </p:blipFill>
        <p:spPr>
          <a:xfrm>
            <a:off x="-245529" y="50981"/>
            <a:ext cx="1579880" cy="1579880"/>
          </a:xfrm>
          <a:prstGeom prst="rect">
            <a:avLst/>
          </a:prstGeom>
          <a:noFill/>
          <a:ln>
            <a:noFill/>
          </a:ln>
        </p:spPr>
      </p:pic>
      <p:pic>
        <p:nvPicPr>
          <p:cNvPr descr="Home | CoBUG" id="374" name="Google Shape;374;p2"/>
          <p:cNvPicPr preferRelativeResize="0"/>
          <p:nvPr/>
        </p:nvPicPr>
        <p:blipFill rotWithShape="1">
          <a:blip r:embed="rId7">
            <a:alphaModFix/>
          </a:blip>
          <a:srcRect b="0" l="0" r="0" t="0"/>
          <a:stretch/>
        </p:blipFill>
        <p:spPr>
          <a:xfrm>
            <a:off x="91527" y="3994384"/>
            <a:ext cx="902265" cy="92367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INTRODUCTION TO ICS/SCADA SYSTEMS AND OT NETWORKS</a:t>
            </a:r>
            <a:endParaRPr/>
          </a:p>
        </p:txBody>
      </p:sp>
      <p:sp>
        <p:nvSpPr>
          <p:cNvPr id="381" name="Google Shape;381;p3"/>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dk1"/>
              </a:buClr>
              <a:buSzPts val="1400"/>
              <a:buNone/>
            </a:pPr>
            <a:r>
              <a:rPr b="1" lang="en-US" sz="1400">
                <a:latin typeface="Times New Roman"/>
                <a:ea typeface="Times New Roman"/>
                <a:cs typeface="Times New Roman"/>
                <a:sym typeface="Times New Roman"/>
              </a:rPr>
              <a:t>Industrial Control Systems (ICS)</a:t>
            </a:r>
            <a:r>
              <a:rPr lang="en-US" sz="1400">
                <a:latin typeface="Times New Roman"/>
                <a:ea typeface="Times New Roman"/>
                <a:cs typeface="Times New Roman"/>
                <a:sym typeface="Times New Roman"/>
              </a:rPr>
              <a:t> and </a:t>
            </a:r>
            <a:r>
              <a:rPr b="1" lang="en-US" sz="1400">
                <a:latin typeface="Times New Roman"/>
                <a:ea typeface="Times New Roman"/>
                <a:cs typeface="Times New Roman"/>
                <a:sym typeface="Times New Roman"/>
              </a:rPr>
              <a:t>Supervisory Control and Data Acquisition (SCADA)</a:t>
            </a:r>
            <a:r>
              <a:rPr lang="en-US" sz="1400">
                <a:latin typeface="Times New Roman"/>
                <a:ea typeface="Times New Roman"/>
                <a:cs typeface="Times New Roman"/>
                <a:sym typeface="Times New Roman"/>
              </a:rPr>
              <a:t> systems manage the operation of critical infrastructure, such as energy, water, and manufacturing. They play an essential role in </a:t>
            </a:r>
            <a:r>
              <a:rPr b="1" lang="en-US" sz="1400">
                <a:latin typeface="Times New Roman"/>
                <a:ea typeface="Times New Roman"/>
                <a:cs typeface="Times New Roman"/>
                <a:sym typeface="Times New Roman"/>
              </a:rPr>
              <a:t>Operational Technology (OT)</a:t>
            </a:r>
            <a:r>
              <a:rPr lang="en-US" sz="1400">
                <a:latin typeface="Times New Roman"/>
                <a:ea typeface="Times New Roman"/>
                <a:cs typeface="Times New Roman"/>
                <a:sym typeface="Times New Roman"/>
              </a:rPr>
              <a:t> environments, where the focus is on real-time process control, system reliability, and safety.</a:t>
            </a:r>
            <a:endParaRPr/>
          </a:p>
          <a:p>
            <a:pPr indent="0" lvl="0" marL="0" rtl="0" algn="l">
              <a:lnSpc>
                <a:spcPct val="100000"/>
              </a:lnSpc>
              <a:spcBef>
                <a:spcPts val="1000"/>
              </a:spcBef>
              <a:spcAft>
                <a:spcPts val="0"/>
              </a:spcAft>
              <a:buClr>
                <a:schemeClr val="dk1"/>
              </a:buClr>
              <a:buSzPts val="1400"/>
              <a:buNone/>
            </a:pPr>
            <a:r>
              <a:rPr b="1" lang="en-US" sz="1400">
                <a:latin typeface="Times New Roman"/>
                <a:ea typeface="Times New Roman"/>
                <a:cs typeface="Times New Roman"/>
                <a:sym typeface="Times New Roman"/>
              </a:rPr>
              <a:t>Key ICS Components</a:t>
            </a:r>
            <a:r>
              <a:rPr lang="en-US" sz="1400">
                <a:latin typeface="Times New Roman"/>
                <a:ea typeface="Times New Roman"/>
                <a:cs typeface="Times New Roman"/>
                <a:sym typeface="Times New Roman"/>
              </a:rPr>
              <a:t>:</a:t>
            </a:r>
            <a:endParaRPr/>
          </a:p>
          <a:p>
            <a:pPr indent="-285750" lvl="1" marL="742950" rtl="0" algn="l">
              <a:lnSpc>
                <a:spcPct val="100000"/>
              </a:lnSpc>
              <a:spcBef>
                <a:spcPts val="500"/>
              </a:spcBef>
              <a:spcAft>
                <a:spcPts val="0"/>
              </a:spcAft>
              <a:buClr>
                <a:schemeClr val="dk1"/>
              </a:buClr>
              <a:buSzPts val="1400"/>
              <a:buFont typeface="Arial"/>
              <a:buChar char="•"/>
            </a:pPr>
            <a:r>
              <a:rPr b="1" lang="en-US" sz="1400">
                <a:latin typeface="Times New Roman"/>
                <a:ea typeface="Times New Roman"/>
                <a:cs typeface="Times New Roman"/>
                <a:sym typeface="Times New Roman"/>
              </a:rPr>
              <a:t>Programmable Logic Controllers (PLCs)</a:t>
            </a:r>
            <a:r>
              <a:rPr lang="en-US" sz="1400">
                <a:latin typeface="Times New Roman"/>
                <a:ea typeface="Times New Roman"/>
                <a:cs typeface="Times New Roman"/>
                <a:sym typeface="Times New Roman"/>
              </a:rPr>
              <a:t>: PLCs control machinery and mechanical processes based on sensor data, such as opening valves or adjusting temperature ​(</a:t>
            </a:r>
            <a:r>
              <a:rPr lang="en-US" sz="1400" u="sng">
                <a:solidFill>
                  <a:schemeClr val="hlink"/>
                </a:solidFill>
                <a:latin typeface="Times New Roman"/>
                <a:ea typeface="Times New Roman"/>
                <a:cs typeface="Times New Roman"/>
                <a:sym typeface="Times New Roman"/>
                <a:hlinkClick r:id="rId3"/>
              </a:rPr>
              <a:t>NIST Computer Security Resource Center</a:t>
            </a:r>
            <a:r>
              <a:rPr lang="en-US" sz="1400">
                <a:latin typeface="Times New Roman"/>
                <a:ea typeface="Times New Roman"/>
                <a:cs typeface="Times New Roman"/>
                <a:sym typeface="Times New Roman"/>
              </a:rPr>
              <a:t>).</a:t>
            </a:r>
            <a:endParaRPr/>
          </a:p>
          <a:p>
            <a:pPr indent="-285750" lvl="1" marL="742950" rtl="0" algn="l">
              <a:lnSpc>
                <a:spcPct val="100000"/>
              </a:lnSpc>
              <a:spcBef>
                <a:spcPts val="500"/>
              </a:spcBef>
              <a:spcAft>
                <a:spcPts val="0"/>
              </a:spcAft>
              <a:buClr>
                <a:schemeClr val="dk1"/>
              </a:buClr>
              <a:buSzPts val="1400"/>
              <a:buFont typeface="Arial"/>
              <a:buChar char="•"/>
            </a:pPr>
            <a:r>
              <a:rPr b="1" lang="en-US" sz="1400">
                <a:latin typeface="Times New Roman"/>
                <a:ea typeface="Times New Roman"/>
                <a:cs typeface="Times New Roman"/>
                <a:sym typeface="Times New Roman"/>
              </a:rPr>
              <a:t>Remote Terminal Units (RTUs)</a:t>
            </a:r>
            <a:r>
              <a:rPr lang="en-US" sz="1400">
                <a:latin typeface="Times New Roman"/>
                <a:ea typeface="Times New Roman"/>
                <a:cs typeface="Times New Roman"/>
                <a:sym typeface="Times New Roman"/>
              </a:rPr>
              <a:t>: RTUs collect data from remote sensors and transmit it back to the central SCADA system​ (</a:t>
            </a:r>
            <a:r>
              <a:rPr lang="en-US" sz="1400" u="sng">
                <a:solidFill>
                  <a:schemeClr val="hlink"/>
                </a:solidFill>
                <a:latin typeface="Times New Roman"/>
                <a:ea typeface="Times New Roman"/>
                <a:cs typeface="Times New Roman"/>
                <a:sym typeface="Times New Roman"/>
                <a:hlinkClick r:id="rId4"/>
              </a:rPr>
              <a:t>Fortinet</a:t>
            </a:r>
            <a:r>
              <a:rPr lang="en-US" sz="1400">
                <a:latin typeface="Times New Roman"/>
                <a:ea typeface="Times New Roman"/>
                <a:cs typeface="Times New Roman"/>
                <a:sym typeface="Times New Roman"/>
              </a:rPr>
              <a:t>).</a:t>
            </a:r>
            <a:endParaRPr/>
          </a:p>
          <a:p>
            <a:pPr indent="-285750" lvl="1" marL="742950" rtl="0" algn="l">
              <a:lnSpc>
                <a:spcPct val="100000"/>
              </a:lnSpc>
              <a:spcBef>
                <a:spcPts val="500"/>
              </a:spcBef>
              <a:spcAft>
                <a:spcPts val="0"/>
              </a:spcAft>
              <a:buClr>
                <a:schemeClr val="dk1"/>
              </a:buClr>
              <a:buSzPts val="1400"/>
              <a:buFont typeface="Arial"/>
              <a:buChar char="•"/>
            </a:pPr>
            <a:r>
              <a:rPr b="1" lang="en-US" sz="1400">
                <a:latin typeface="Times New Roman"/>
                <a:ea typeface="Times New Roman"/>
                <a:cs typeface="Times New Roman"/>
                <a:sym typeface="Times New Roman"/>
              </a:rPr>
              <a:t>Human-Machine Interface (HMI)</a:t>
            </a:r>
            <a:r>
              <a:rPr lang="en-US" sz="1400">
                <a:latin typeface="Times New Roman"/>
                <a:ea typeface="Times New Roman"/>
                <a:cs typeface="Times New Roman"/>
                <a:sym typeface="Times New Roman"/>
              </a:rPr>
              <a:t>: Operators use HMIs to interact with systems in real-time, issuing commands and receiving status updates from connected devices​ (</a:t>
            </a:r>
            <a:r>
              <a:rPr lang="en-US" sz="1400" u="sng">
                <a:solidFill>
                  <a:schemeClr val="hlink"/>
                </a:solidFill>
                <a:latin typeface="Times New Roman"/>
                <a:ea typeface="Times New Roman"/>
                <a:cs typeface="Times New Roman"/>
                <a:sym typeface="Times New Roman"/>
                <a:hlinkClick r:id="rId5"/>
              </a:rPr>
              <a:t>NIST Computer Security Resource Center</a:t>
            </a:r>
            <a:r>
              <a:rPr lang="en-US" sz="1400">
                <a:latin typeface="Times New Roman"/>
                <a:ea typeface="Times New Roman"/>
                <a:cs typeface="Times New Roman"/>
                <a:sym typeface="Times New Roman"/>
              </a:rPr>
              <a:t>).</a:t>
            </a:r>
            <a:endParaRPr/>
          </a:p>
          <a:p>
            <a:pPr indent="0" lvl="0" marL="0" rtl="0" algn="l">
              <a:lnSpc>
                <a:spcPct val="10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p:txBody>
      </p:sp>
      <p:pic>
        <p:nvPicPr>
          <p:cNvPr descr="Learn about SCADA and HMI Systems - Inst Tools" id="382" name="Google Shape;382;p3"/>
          <p:cNvPicPr preferRelativeResize="0"/>
          <p:nvPr/>
        </p:nvPicPr>
        <p:blipFill rotWithShape="1">
          <a:blip r:embed="rId6">
            <a:alphaModFix/>
          </a:blip>
          <a:srcRect b="0" l="0" r="0" t="0"/>
          <a:stretch/>
        </p:blipFill>
        <p:spPr>
          <a:xfrm>
            <a:off x="1220038" y="4527779"/>
            <a:ext cx="3793787" cy="2115234"/>
          </a:xfrm>
          <a:prstGeom prst="rect">
            <a:avLst/>
          </a:prstGeom>
          <a:noFill/>
          <a:ln>
            <a:noFill/>
          </a:ln>
        </p:spPr>
      </p:pic>
      <p:pic>
        <p:nvPicPr>
          <p:cNvPr descr="General aspects of Penetration Testing in ICS/SCADA" id="383" name="Google Shape;383;p3"/>
          <p:cNvPicPr preferRelativeResize="0"/>
          <p:nvPr/>
        </p:nvPicPr>
        <p:blipFill rotWithShape="1">
          <a:blip r:embed="rId7">
            <a:alphaModFix/>
          </a:blip>
          <a:srcRect b="0" l="0" r="0" t="0"/>
          <a:stretch/>
        </p:blipFill>
        <p:spPr>
          <a:xfrm>
            <a:off x="5175581" y="4527779"/>
            <a:ext cx="3760416" cy="2115234"/>
          </a:xfrm>
          <a:prstGeom prst="rect">
            <a:avLst/>
          </a:prstGeom>
          <a:noFill/>
          <a:ln>
            <a:noFill/>
          </a:ln>
        </p:spPr>
      </p:pic>
      <p:pic>
        <p:nvPicPr>
          <p:cNvPr descr="An integrated testbed for locally monitoring SCADA systems in smart grids |  Energy Informatics | Full Text" id="384" name="Google Shape;384;p3"/>
          <p:cNvPicPr preferRelativeResize="0"/>
          <p:nvPr/>
        </p:nvPicPr>
        <p:blipFill rotWithShape="1">
          <a:blip r:embed="rId8">
            <a:alphaModFix/>
          </a:blip>
          <a:srcRect b="0" l="0" r="0" t="0"/>
          <a:stretch/>
        </p:blipFill>
        <p:spPr>
          <a:xfrm>
            <a:off x="9097754" y="4697277"/>
            <a:ext cx="3007689" cy="15609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EXTENDED OVERVIEW OF ICS/SCADA</a:t>
            </a:r>
            <a:endParaRPr sz="2400">
              <a:latin typeface="Times New Roman"/>
              <a:ea typeface="Times New Roman"/>
              <a:cs typeface="Times New Roman"/>
              <a:sym typeface="Times New Roman"/>
            </a:endParaRPr>
          </a:p>
        </p:txBody>
      </p:sp>
      <p:pic>
        <p:nvPicPr>
          <p:cNvPr descr="Ensuring the Cybersecurity of Plant Industrial Control Systems" id="391" name="Google Shape;391;p4"/>
          <p:cNvPicPr preferRelativeResize="0"/>
          <p:nvPr/>
        </p:nvPicPr>
        <p:blipFill rotWithShape="1">
          <a:blip r:embed="rId3">
            <a:alphaModFix/>
          </a:blip>
          <a:srcRect b="0" l="0" r="0" t="0"/>
          <a:stretch/>
        </p:blipFill>
        <p:spPr>
          <a:xfrm>
            <a:off x="2100393" y="1866900"/>
            <a:ext cx="7991213" cy="43685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5"/>
          <p:cNvPicPr preferRelativeResize="0"/>
          <p:nvPr>
            <p:ph idx="2" type="pic"/>
          </p:nvPr>
        </p:nvPicPr>
        <p:blipFill rotWithShape="1">
          <a:blip r:embed="rId3">
            <a:alphaModFix/>
          </a:blip>
          <a:srcRect b="-1" l="0" r="-1" t="7086"/>
          <a:stretch/>
        </p:blipFill>
        <p:spPr>
          <a:xfrm>
            <a:off x="1134319" y="1"/>
            <a:ext cx="11057681" cy="6858002"/>
          </a:xfrm>
          <a:prstGeom prst="rect">
            <a:avLst/>
          </a:prstGeom>
          <a:noFill/>
          <a:ln>
            <a:noFill/>
          </a:ln>
        </p:spPr>
      </p:pic>
      <p:sp>
        <p:nvSpPr>
          <p:cNvPr id="398" name="Google Shape;398;p5"/>
          <p:cNvSpPr txBox="1"/>
          <p:nvPr>
            <p:ph type="ctrTitle"/>
          </p:nvPr>
        </p:nvSpPr>
        <p:spPr>
          <a:xfrm>
            <a:off x="1648661" y="339645"/>
            <a:ext cx="4890577" cy="100255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lt1"/>
              </a:buClr>
              <a:buSzPts val="4500"/>
              <a:buFont typeface="Times New Roman"/>
              <a:buNone/>
            </a:pPr>
            <a:r>
              <a:rPr lang="en-US">
                <a:latin typeface="Times New Roman"/>
                <a:ea typeface="Times New Roman"/>
                <a:cs typeface="Times New Roman"/>
                <a:sym typeface="Times New Roman"/>
              </a:rPr>
              <a:t>PLCS</a:t>
            </a:r>
            <a:endParaRPr>
              <a:latin typeface="Times New Roman"/>
              <a:ea typeface="Times New Roman"/>
              <a:cs typeface="Times New Roman"/>
              <a:sym typeface="Times New Roman"/>
            </a:endParaRPr>
          </a:p>
        </p:txBody>
      </p:sp>
      <p:sp>
        <p:nvSpPr>
          <p:cNvPr id="399" name="Google Shape;399;p5"/>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lt1"/>
              </a:buClr>
              <a:buSzPts val="1600"/>
              <a:buNone/>
            </a:pPr>
            <a:r>
              <a:rPr lang="en-US">
                <a:latin typeface="Times New Roman"/>
                <a:ea typeface="Times New Roman"/>
                <a:cs typeface="Times New Roman"/>
                <a:sym typeface="Times New Roman"/>
              </a:rPr>
              <a:t>PROGRAMMABLE LOGIC CONTROLLERS</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PROGRAMMING LADDER LOGIC</a:t>
            </a:r>
            <a:endParaRPr/>
          </a:p>
        </p:txBody>
      </p:sp>
      <p:sp>
        <p:nvSpPr>
          <p:cNvPr id="406" name="Google Shape;406;p6"/>
          <p:cNvSpPr txBox="1"/>
          <p:nvPr>
            <p:ph idx="1" type="body"/>
          </p:nvPr>
        </p:nvSpPr>
        <p:spPr>
          <a:xfrm>
            <a:off x="1627321" y="2330824"/>
            <a:ext cx="4693727" cy="384613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200"/>
              <a:buNone/>
            </a:pPr>
            <a:r>
              <a:rPr b="1" lang="en-US" sz="1200">
                <a:latin typeface="Times New Roman"/>
                <a:ea typeface="Times New Roman"/>
                <a:cs typeface="Times New Roman"/>
                <a:sym typeface="Times New Roman"/>
              </a:rPr>
              <a:t>Definition:</a:t>
            </a:r>
            <a:endParaRPr/>
          </a:p>
          <a:p>
            <a:pPr indent="0" lvl="0" marL="0" rtl="0" algn="l">
              <a:lnSpc>
                <a:spcPct val="90000"/>
              </a:lnSpc>
              <a:spcBef>
                <a:spcPts val="1000"/>
              </a:spcBef>
              <a:spcAft>
                <a:spcPts val="0"/>
              </a:spcAft>
              <a:buClr>
                <a:schemeClr val="dk1"/>
              </a:buClr>
              <a:buSzPts val="1200"/>
              <a:buNone/>
            </a:pPr>
            <a:r>
              <a:rPr lang="en-US" sz="1200">
                <a:latin typeface="Times New Roman"/>
                <a:ea typeface="Times New Roman"/>
                <a:cs typeface="Times New Roman"/>
                <a:sym typeface="Times New Roman"/>
              </a:rPr>
              <a:t>A graphical programming language for Programmable Logic Controllers (PLCs), mimicking relay logic diagrams. Common in automating industrial processes.</a:t>
            </a:r>
            <a:endParaRPr/>
          </a:p>
          <a:p>
            <a:pPr indent="0" lvl="0" marL="0" rtl="0" algn="l">
              <a:lnSpc>
                <a:spcPct val="90000"/>
              </a:lnSpc>
              <a:spcBef>
                <a:spcPts val="1000"/>
              </a:spcBef>
              <a:spcAft>
                <a:spcPts val="0"/>
              </a:spcAft>
              <a:buClr>
                <a:schemeClr val="dk1"/>
              </a:buClr>
              <a:buSzPts val="1200"/>
              <a:buNone/>
            </a:pPr>
            <a:r>
              <a:rPr b="1" lang="en-US" sz="1200">
                <a:latin typeface="Times New Roman"/>
                <a:ea typeface="Times New Roman"/>
                <a:cs typeface="Times New Roman"/>
                <a:sym typeface="Times New Roman"/>
              </a:rPr>
              <a:t>Structure:</a:t>
            </a:r>
            <a:endParaRPr/>
          </a:p>
          <a:p>
            <a:pPr indent="0" lvl="0" marL="0" rtl="0" algn="l">
              <a:lnSpc>
                <a:spcPct val="90000"/>
              </a:lnSpc>
              <a:spcBef>
                <a:spcPts val="1000"/>
              </a:spcBef>
              <a:spcAft>
                <a:spcPts val="0"/>
              </a:spcAft>
              <a:buClr>
                <a:schemeClr val="dk1"/>
              </a:buClr>
              <a:buSzPts val="1200"/>
              <a:buNone/>
            </a:pPr>
            <a:r>
              <a:rPr lang="en-US" sz="1200">
                <a:latin typeface="Times New Roman"/>
                <a:ea typeface="Times New Roman"/>
                <a:cs typeface="Times New Roman"/>
                <a:sym typeface="Times New Roman"/>
              </a:rPr>
              <a:t>Read left to right, with horizontal rungs representing logical instructions.</a:t>
            </a:r>
            <a:endParaRPr/>
          </a:p>
          <a:p>
            <a:pPr indent="0" lvl="0" marL="0" rtl="0" algn="l">
              <a:lnSpc>
                <a:spcPct val="90000"/>
              </a:lnSpc>
              <a:spcBef>
                <a:spcPts val="1000"/>
              </a:spcBef>
              <a:spcAft>
                <a:spcPts val="0"/>
              </a:spcAft>
              <a:buClr>
                <a:schemeClr val="dk1"/>
              </a:buClr>
              <a:buSzPts val="1200"/>
              <a:buNone/>
            </a:pPr>
            <a:r>
              <a:rPr b="1" lang="en-US" sz="1200">
                <a:latin typeface="Times New Roman"/>
                <a:ea typeface="Times New Roman"/>
                <a:cs typeface="Times New Roman"/>
                <a:sym typeface="Times New Roman"/>
              </a:rPr>
              <a:t>Key Boolean Logic Operations</a:t>
            </a:r>
            <a:endParaRPr/>
          </a:p>
          <a:p>
            <a:pPr indent="0" lvl="1" marL="457200" rtl="0" algn="l">
              <a:lnSpc>
                <a:spcPct val="90000"/>
              </a:lnSpc>
              <a:spcBef>
                <a:spcPts val="500"/>
              </a:spcBef>
              <a:spcAft>
                <a:spcPts val="0"/>
              </a:spcAft>
              <a:buClr>
                <a:schemeClr val="dk1"/>
              </a:buClr>
              <a:buSzPts val="1200"/>
              <a:buNone/>
            </a:pPr>
            <a:r>
              <a:rPr b="1" lang="en-US" sz="1200" u="sng">
                <a:latin typeface="Times New Roman"/>
                <a:ea typeface="Times New Roman"/>
                <a:cs typeface="Times New Roman"/>
                <a:sym typeface="Times New Roman"/>
              </a:rPr>
              <a:t>AND</a:t>
            </a:r>
            <a:r>
              <a:rPr lang="en-US" sz="1200" u="sng">
                <a:latin typeface="Times New Roman"/>
                <a:ea typeface="Times New Roman"/>
                <a:cs typeface="Times New Roman"/>
                <a:sym typeface="Times New Roman"/>
              </a:rPr>
              <a:t>: All conditions must be true for the output to be true.</a:t>
            </a:r>
            <a:endParaRPr/>
          </a:p>
          <a:p>
            <a:pPr indent="0" lvl="2" marL="914400" rtl="0" algn="l">
              <a:lnSpc>
                <a:spcPct val="90000"/>
              </a:lnSpc>
              <a:spcBef>
                <a:spcPts val="500"/>
              </a:spcBef>
              <a:spcAft>
                <a:spcPts val="0"/>
              </a:spcAft>
              <a:buClr>
                <a:schemeClr val="dk1"/>
              </a:buClr>
              <a:buSzPts val="1200"/>
              <a:buNone/>
            </a:pPr>
            <a:r>
              <a:rPr b="1" lang="en-US" sz="1200">
                <a:latin typeface="Times New Roman"/>
                <a:ea typeface="Times New Roman"/>
                <a:cs typeface="Times New Roman"/>
                <a:sym typeface="Times New Roman"/>
              </a:rPr>
              <a:t>Example</a:t>
            </a:r>
            <a:r>
              <a:rPr lang="en-US" sz="1200">
                <a:latin typeface="Times New Roman"/>
                <a:ea typeface="Times New Roman"/>
                <a:cs typeface="Times New Roman"/>
                <a:sym typeface="Times New Roman"/>
              </a:rPr>
              <a:t>: Both sensors must be active for the machine to start.</a:t>
            </a:r>
            <a:endParaRPr b="1" sz="1200">
              <a:latin typeface="Times New Roman"/>
              <a:ea typeface="Times New Roman"/>
              <a:cs typeface="Times New Roman"/>
              <a:sym typeface="Times New Roman"/>
            </a:endParaRPr>
          </a:p>
          <a:p>
            <a:pPr indent="0" lvl="1" marL="457200" rtl="0" algn="l">
              <a:lnSpc>
                <a:spcPct val="90000"/>
              </a:lnSpc>
              <a:spcBef>
                <a:spcPts val="500"/>
              </a:spcBef>
              <a:spcAft>
                <a:spcPts val="0"/>
              </a:spcAft>
              <a:buClr>
                <a:schemeClr val="dk1"/>
              </a:buClr>
              <a:buSzPts val="1200"/>
              <a:buNone/>
            </a:pPr>
            <a:r>
              <a:rPr b="1" lang="en-US" sz="1200" u="sng">
                <a:latin typeface="Times New Roman"/>
                <a:ea typeface="Times New Roman"/>
                <a:cs typeface="Times New Roman"/>
                <a:sym typeface="Times New Roman"/>
              </a:rPr>
              <a:t>OR</a:t>
            </a:r>
            <a:r>
              <a:rPr lang="en-US" sz="1200" u="sng">
                <a:latin typeface="Times New Roman"/>
                <a:ea typeface="Times New Roman"/>
                <a:cs typeface="Times New Roman"/>
                <a:sym typeface="Times New Roman"/>
              </a:rPr>
              <a:t>: Any one condition being true results in the output being true.</a:t>
            </a:r>
            <a:endParaRPr/>
          </a:p>
          <a:p>
            <a:pPr indent="0" lvl="1" marL="457200" rtl="0" algn="l">
              <a:lnSpc>
                <a:spcPct val="90000"/>
              </a:lnSpc>
              <a:spcBef>
                <a:spcPts val="500"/>
              </a:spcBef>
              <a:spcAft>
                <a:spcPts val="0"/>
              </a:spcAft>
              <a:buClr>
                <a:schemeClr val="dk1"/>
              </a:buClr>
              <a:buSzPts val="1200"/>
              <a:buNone/>
            </a:pPr>
            <a:r>
              <a:rPr b="1" lang="en-US" sz="1200">
                <a:latin typeface="Times New Roman"/>
                <a:ea typeface="Times New Roman"/>
                <a:cs typeface="Times New Roman"/>
                <a:sym typeface="Times New Roman"/>
              </a:rPr>
              <a:t>	Example</a:t>
            </a:r>
            <a:r>
              <a:rPr lang="en-US" sz="1200">
                <a:latin typeface="Times New Roman"/>
                <a:ea typeface="Times New Roman"/>
                <a:cs typeface="Times New Roman"/>
                <a:sym typeface="Times New Roman"/>
              </a:rPr>
              <a:t>: Either button press starts the conveyor.</a:t>
            </a:r>
            <a:endParaRPr b="1" sz="1200">
              <a:latin typeface="Times New Roman"/>
              <a:ea typeface="Times New Roman"/>
              <a:cs typeface="Times New Roman"/>
              <a:sym typeface="Times New Roman"/>
            </a:endParaRPr>
          </a:p>
          <a:p>
            <a:pPr indent="0" lvl="1" marL="457200" rtl="0" algn="l">
              <a:lnSpc>
                <a:spcPct val="90000"/>
              </a:lnSpc>
              <a:spcBef>
                <a:spcPts val="500"/>
              </a:spcBef>
              <a:spcAft>
                <a:spcPts val="0"/>
              </a:spcAft>
              <a:buClr>
                <a:schemeClr val="dk1"/>
              </a:buClr>
              <a:buSzPts val="1200"/>
              <a:buNone/>
            </a:pPr>
            <a:r>
              <a:rPr b="1" lang="en-US" sz="1200" u="sng">
                <a:latin typeface="Times New Roman"/>
                <a:ea typeface="Times New Roman"/>
                <a:cs typeface="Times New Roman"/>
                <a:sym typeface="Times New Roman"/>
              </a:rPr>
              <a:t>NOT</a:t>
            </a:r>
            <a:r>
              <a:rPr lang="en-US" sz="1200" u="sng">
                <a:latin typeface="Times New Roman"/>
                <a:ea typeface="Times New Roman"/>
                <a:cs typeface="Times New Roman"/>
                <a:sym typeface="Times New Roman"/>
              </a:rPr>
              <a:t>: Inverts the input signal.</a:t>
            </a:r>
            <a:endParaRPr/>
          </a:p>
          <a:p>
            <a:pPr indent="0" lvl="1" marL="457200" rtl="0" algn="l">
              <a:lnSpc>
                <a:spcPct val="90000"/>
              </a:lnSpc>
              <a:spcBef>
                <a:spcPts val="500"/>
              </a:spcBef>
              <a:spcAft>
                <a:spcPts val="0"/>
              </a:spcAft>
              <a:buClr>
                <a:schemeClr val="dk1"/>
              </a:buClr>
              <a:buSzPts val="1200"/>
              <a:buNone/>
            </a:pPr>
            <a:r>
              <a:rPr b="1" lang="en-US" sz="1200">
                <a:latin typeface="Times New Roman"/>
                <a:ea typeface="Times New Roman"/>
                <a:cs typeface="Times New Roman"/>
                <a:sym typeface="Times New Roman"/>
              </a:rPr>
              <a:t>	Example</a:t>
            </a:r>
            <a:r>
              <a:rPr lang="en-US" sz="1200">
                <a:latin typeface="Times New Roman"/>
                <a:ea typeface="Times New Roman"/>
                <a:cs typeface="Times New Roman"/>
                <a:sym typeface="Times New Roman"/>
              </a:rPr>
              <a:t>: A light turns off when a switch is pressed.</a:t>
            </a:r>
            <a:endParaRPr/>
          </a:p>
        </p:txBody>
      </p:sp>
      <p:sp>
        <p:nvSpPr>
          <p:cNvPr id="407" name="Google Shape;407;p6"/>
          <p:cNvSpPr txBox="1"/>
          <p:nvPr>
            <p:ph idx="3" type="body"/>
          </p:nvPr>
        </p:nvSpPr>
        <p:spPr>
          <a:xfrm>
            <a:off x="1627322" y="1468740"/>
            <a:ext cx="4672156"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0" lang="en-US" sz="2800">
                <a:latin typeface="Times New Roman"/>
                <a:ea typeface="Times New Roman"/>
                <a:cs typeface="Times New Roman"/>
                <a:sym typeface="Times New Roman"/>
              </a:rPr>
              <a:t>Ladder Logic Overview</a:t>
            </a:r>
            <a:endParaRPr/>
          </a:p>
        </p:txBody>
      </p:sp>
      <p:sp>
        <p:nvSpPr>
          <p:cNvPr id="408" name="Google Shape;408;p6"/>
          <p:cNvSpPr txBox="1"/>
          <p:nvPr>
            <p:ph idx="4" type="body"/>
          </p:nvPr>
        </p:nvSpPr>
        <p:spPr>
          <a:xfrm>
            <a:off x="7067963" y="1468740"/>
            <a:ext cx="4695165"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0" lang="en-US">
                <a:latin typeface="Times New Roman"/>
                <a:ea typeface="Times New Roman"/>
                <a:cs typeface="Times New Roman"/>
                <a:sym typeface="Times New Roman"/>
              </a:rPr>
              <a:t>Example of a basic program</a:t>
            </a:r>
            <a:endParaRPr/>
          </a:p>
        </p:txBody>
      </p:sp>
      <p:pic>
        <p:nvPicPr>
          <p:cNvPr descr="What is a PLC Rung and Rail in Ladder Logic?" id="409" name="Google Shape;409;p6"/>
          <p:cNvPicPr preferRelativeResize="0"/>
          <p:nvPr/>
        </p:nvPicPr>
        <p:blipFill rotWithShape="1">
          <a:blip r:embed="rId3">
            <a:alphaModFix/>
          </a:blip>
          <a:srcRect b="0" l="0" r="0" t="0"/>
          <a:stretch/>
        </p:blipFill>
        <p:spPr>
          <a:xfrm>
            <a:off x="6821358" y="2807712"/>
            <a:ext cx="4786206" cy="265592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7"/>
          <p:cNvSpPr txBox="1"/>
          <p:nvPr>
            <p:ph type="ctrTitle"/>
          </p:nvPr>
        </p:nvSpPr>
        <p:spPr>
          <a:xfrm>
            <a:off x="1298314" y="121930"/>
            <a:ext cx="10134369" cy="100255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PROGRAMMING LADDER LOGIC CONTINUED</a:t>
            </a:r>
            <a:endParaRPr/>
          </a:p>
        </p:txBody>
      </p:sp>
      <p:sp>
        <p:nvSpPr>
          <p:cNvPr id="416" name="Google Shape;416;p7"/>
          <p:cNvSpPr txBox="1"/>
          <p:nvPr/>
        </p:nvSpPr>
        <p:spPr>
          <a:xfrm>
            <a:off x="1298314" y="2113109"/>
            <a:ext cx="4693727" cy="3846139"/>
          </a:xfrm>
          <a:prstGeom prst="rect">
            <a:avLst/>
          </a:prstGeom>
          <a:noFill/>
          <a:ln>
            <a:noFill/>
          </a:ln>
        </p:spPr>
        <p:txBody>
          <a:bodyPr anchorCtr="0" anchor="t" bIns="45700" lIns="91425" spcFirstLastPara="1" rIns="91425" wrap="square" tIns="45700">
            <a:normAutofit/>
          </a:bodyPr>
          <a:lstStyle/>
          <a:p>
            <a:pPr indent="-50800" lvl="0" marL="228600" marR="0" rtl="0" algn="l">
              <a:lnSpc>
                <a:spcPct val="90000"/>
              </a:lnSpc>
              <a:spcBef>
                <a:spcPts val="0"/>
              </a:spcBef>
              <a:spcAft>
                <a:spcPts val="0"/>
              </a:spcAft>
              <a:buClr>
                <a:schemeClr val="dk1"/>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XIC (Examine if Closed)</a:t>
            </a:r>
            <a:endParaRPr/>
          </a:p>
          <a:p>
            <a:pPr indent="-285750" lvl="2" marL="1200150" marR="0" rtl="0" algn="l">
              <a:lnSpc>
                <a:spcPct val="90000"/>
              </a:lnSpc>
              <a:spcBef>
                <a:spcPts val="500"/>
              </a:spcBef>
              <a:spcAft>
                <a:spcPts val="0"/>
              </a:spcAft>
              <a:buClr>
                <a:schemeClr val="dk1"/>
              </a:buClr>
              <a:buSzPts val="2000"/>
              <a:buFont typeface="Noto Sans Symbols"/>
              <a:buChar char="✔"/>
            </a:pPr>
            <a:r>
              <a:rPr b="0" i="0" lang="en-US" sz="2000" u="none" cap="none" strike="noStrike">
                <a:solidFill>
                  <a:schemeClr val="dk1"/>
                </a:solidFill>
                <a:latin typeface="Times New Roman"/>
                <a:ea typeface="Times New Roman"/>
                <a:cs typeface="Times New Roman"/>
                <a:sym typeface="Times New Roman"/>
              </a:rPr>
              <a:t>True when the contact is closed.</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XIO (Examine if Open)</a:t>
            </a:r>
            <a:endParaRPr/>
          </a:p>
          <a:p>
            <a:pPr indent="-285750" lvl="2" marL="1200150" marR="0" rtl="0" algn="l">
              <a:lnSpc>
                <a:spcPct val="90000"/>
              </a:lnSpc>
              <a:spcBef>
                <a:spcPts val="500"/>
              </a:spcBef>
              <a:spcAft>
                <a:spcPts val="0"/>
              </a:spcAft>
              <a:buClr>
                <a:schemeClr val="dk1"/>
              </a:buClr>
              <a:buSzPts val="2000"/>
              <a:buFont typeface="Noto Sans Symbols"/>
              <a:buChar char="✔"/>
            </a:pPr>
            <a:r>
              <a:rPr b="0" i="0" lang="en-US" sz="2000" u="none" cap="none" strike="noStrike">
                <a:solidFill>
                  <a:schemeClr val="dk1"/>
                </a:solidFill>
                <a:latin typeface="Times New Roman"/>
                <a:ea typeface="Times New Roman"/>
                <a:cs typeface="Times New Roman"/>
                <a:sym typeface="Times New Roman"/>
              </a:rPr>
              <a:t>True when the contact is open.</a:t>
            </a:r>
            <a:endParaRPr/>
          </a:p>
        </p:txBody>
      </p:sp>
      <p:pic>
        <p:nvPicPr>
          <p:cNvPr descr="Engineering Essentials: What Is a Programmable Logic Controller? | Machine  Design" id="417" name="Google Shape;417;p7"/>
          <p:cNvPicPr preferRelativeResize="0"/>
          <p:nvPr/>
        </p:nvPicPr>
        <p:blipFill rotWithShape="1">
          <a:blip r:embed="rId3">
            <a:alphaModFix/>
          </a:blip>
          <a:srcRect b="0" l="0" r="0" t="0"/>
          <a:stretch/>
        </p:blipFill>
        <p:spPr>
          <a:xfrm>
            <a:off x="6738956" y="1662981"/>
            <a:ext cx="4693727" cy="3168265"/>
          </a:xfrm>
          <a:prstGeom prst="rect">
            <a:avLst/>
          </a:prstGeom>
          <a:solidFill>
            <a:srgbClr val="FFFFFF"/>
          </a:solidFill>
          <a:ln>
            <a:noFill/>
          </a:ln>
        </p:spPr>
      </p:pic>
      <p:sp>
        <p:nvSpPr>
          <p:cNvPr id="418" name="Google Shape;418;p7"/>
          <p:cNvSpPr txBox="1"/>
          <p:nvPr/>
        </p:nvSpPr>
        <p:spPr>
          <a:xfrm>
            <a:off x="1298315" y="1251025"/>
            <a:ext cx="4672156" cy="823912"/>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Ladder Logic Overview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8"/>
          <p:cNvPicPr preferRelativeResize="0"/>
          <p:nvPr/>
        </p:nvPicPr>
        <p:blipFill rotWithShape="1">
          <a:blip r:embed="rId3">
            <a:alphaModFix/>
          </a:blip>
          <a:srcRect b="0" l="0" r="0" t="0"/>
          <a:stretch/>
        </p:blipFill>
        <p:spPr>
          <a:xfrm>
            <a:off x="1432560" y="1342197"/>
            <a:ext cx="9326880" cy="5246370"/>
          </a:xfrm>
          <a:prstGeom prst="rect">
            <a:avLst/>
          </a:prstGeom>
          <a:noFill/>
          <a:ln>
            <a:noFill/>
          </a:ln>
        </p:spPr>
      </p:pic>
      <p:sp>
        <p:nvSpPr>
          <p:cNvPr id="425" name="Google Shape;425;p8"/>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PROGRAMMING EXAMPLES FOR REFERENCE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9"/>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LADDER LOGIC VS. LOGIC GATES: A SHARED FOUNDATION IN BOOLEAN LOGIC</a:t>
            </a:r>
            <a:endParaRPr/>
          </a:p>
        </p:txBody>
      </p:sp>
      <p:sp>
        <p:nvSpPr>
          <p:cNvPr id="432" name="Google Shape;432;p9"/>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Autofit/>
          </a:bodyPr>
          <a:lstStyle/>
          <a:p>
            <a:pPr indent="0" lvl="1" marL="457200" rtl="0" algn="l">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Ladder logic is a programming language used to create software for programmable logic controllers (PLCs), while logic gates are electronic components that perform basic logical operations in digital circuits.</a:t>
            </a:r>
            <a:endParaRPr/>
          </a:p>
          <a:p>
            <a:pPr indent="0" lvl="1" marL="457200" rtl="0" algn="l">
              <a:lnSpc>
                <a:spcPct val="100000"/>
              </a:lnSpc>
              <a:spcBef>
                <a:spcPts val="500"/>
              </a:spcBef>
              <a:spcAft>
                <a:spcPts val="0"/>
              </a:spcAft>
              <a:buClr>
                <a:schemeClr val="dk1"/>
              </a:buClr>
              <a:buSzPts val="1400"/>
              <a:buNone/>
            </a:pPr>
            <a:r>
              <a:rPr lang="en-US" sz="1400">
                <a:latin typeface="Times New Roman"/>
                <a:ea typeface="Times New Roman"/>
                <a:cs typeface="Times New Roman"/>
                <a:sym typeface="Times New Roman"/>
              </a:rPr>
              <a:t>Both systems use Boolean logic to process inputs and produce outputs based on operations like AND, OR, and NOT. Ladder logic is primarily used in industrial automation to control systems, whereas logic gates are fundamental to the design of digital circuits in electronics. While they share foundational principles, their applications and implementation methods are distinct.</a:t>
            </a:r>
            <a:endParaRPr/>
          </a:p>
          <a:p>
            <a:pPr indent="0" lvl="1" marL="457200" rtl="0" algn="l">
              <a:lnSpc>
                <a:spcPct val="100000"/>
              </a:lnSpc>
              <a:spcBef>
                <a:spcPts val="500"/>
              </a:spcBef>
              <a:spcAft>
                <a:spcPts val="0"/>
              </a:spcAft>
              <a:buClr>
                <a:schemeClr val="dk1"/>
              </a:buClr>
              <a:buSzPts val="1400"/>
              <a:buNone/>
            </a:pPr>
            <a:r>
              <a:t/>
            </a:r>
            <a:endParaRPr b="1" sz="1400">
              <a:latin typeface="Times New Roman"/>
              <a:ea typeface="Times New Roman"/>
              <a:cs typeface="Times New Roman"/>
              <a:sym typeface="Times New Roman"/>
            </a:endParaRPr>
          </a:p>
          <a:p>
            <a:pPr indent="0" lvl="1" marL="457200" rtl="0" algn="ctr">
              <a:lnSpc>
                <a:spcPct val="100000"/>
              </a:lnSpc>
              <a:spcBef>
                <a:spcPts val="500"/>
              </a:spcBef>
              <a:spcAft>
                <a:spcPts val="0"/>
              </a:spcAft>
              <a:buClr>
                <a:schemeClr val="dk1"/>
              </a:buClr>
              <a:buSzPts val="1400"/>
              <a:buNone/>
            </a:pPr>
            <a:r>
              <a:rPr b="1" lang="en-US" sz="1400" u="sng">
                <a:highlight>
                  <a:srgbClr val="FFFF00"/>
                </a:highlight>
                <a:latin typeface="Times New Roman"/>
                <a:ea typeface="Times New Roman"/>
                <a:cs typeface="Times New Roman"/>
                <a:sym typeface="Times New Roman"/>
              </a:rPr>
              <a:t>Thus, they are similar but not identical.</a:t>
            </a:r>
            <a:endParaRPr/>
          </a:p>
        </p:txBody>
      </p:sp>
      <p:grpSp>
        <p:nvGrpSpPr>
          <p:cNvPr id="433" name="Google Shape;433;p9"/>
          <p:cNvGrpSpPr/>
          <p:nvPr/>
        </p:nvGrpSpPr>
        <p:grpSpPr>
          <a:xfrm>
            <a:off x="1649727" y="3585720"/>
            <a:ext cx="8892546" cy="2809334"/>
            <a:chOff x="1862540" y="3585720"/>
            <a:chExt cx="8892546" cy="2809334"/>
          </a:xfrm>
        </p:grpSpPr>
        <p:pic>
          <p:nvPicPr>
            <p:cNvPr descr="Logic Gate: 7 Basic Logic Gates in Programmable Logic Device | MADPCB" id="434" name="Google Shape;434;p9"/>
            <p:cNvPicPr preferRelativeResize="0"/>
            <p:nvPr/>
          </p:nvPicPr>
          <p:blipFill rotWithShape="1">
            <a:blip r:embed="rId3">
              <a:alphaModFix/>
            </a:blip>
            <a:srcRect b="0" l="0" r="0" t="0"/>
            <a:stretch/>
          </p:blipFill>
          <p:spPr>
            <a:xfrm>
              <a:off x="1862540" y="3585720"/>
              <a:ext cx="4555677" cy="2809334"/>
            </a:xfrm>
            <a:prstGeom prst="rect">
              <a:avLst/>
            </a:prstGeom>
            <a:noFill/>
            <a:ln>
              <a:noFill/>
            </a:ln>
          </p:spPr>
        </p:pic>
        <p:pic>
          <p:nvPicPr>
            <p:cNvPr id="435" name="Google Shape;435;p9"/>
            <p:cNvPicPr preferRelativeResize="0"/>
            <p:nvPr/>
          </p:nvPicPr>
          <p:blipFill rotWithShape="1">
            <a:blip r:embed="rId4">
              <a:alphaModFix/>
            </a:blip>
            <a:srcRect b="0" l="0" r="0" t="0"/>
            <a:stretch/>
          </p:blipFill>
          <p:spPr>
            <a:xfrm>
              <a:off x="6505216" y="3627410"/>
              <a:ext cx="4249870" cy="2702155"/>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10"/>
          <p:cNvSpPr txBox="1"/>
          <p:nvPr>
            <p:ph type="ctrTitle"/>
          </p:nvPr>
        </p:nvSpPr>
        <p:spPr>
          <a:xfrm>
            <a:off x="1420234" y="191588"/>
            <a:ext cx="10134369" cy="100255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OVERVIEW OF THE HARDWARE OF AN PLC</a:t>
            </a:r>
            <a:endParaRPr/>
          </a:p>
        </p:txBody>
      </p:sp>
      <p:sp>
        <p:nvSpPr>
          <p:cNvPr id="442" name="Google Shape;442;p10"/>
          <p:cNvSpPr txBox="1"/>
          <p:nvPr/>
        </p:nvSpPr>
        <p:spPr>
          <a:xfrm>
            <a:off x="1420235" y="1645099"/>
            <a:ext cx="4672156" cy="499495"/>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PLC Hardware</a:t>
            </a:r>
            <a:endParaRPr/>
          </a:p>
        </p:txBody>
      </p:sp>
      <p:sp>
        <p:nvSpPr>
          <p:cNvPr id="443" name="Google Shape;443;p10"/>
          <p:cNvSpPr txBox="1"/>
          <p:nvPr/>
        </p:nvSpPr>
        <p:spPr>
          <a:xfrm>
            <a:off x="6860876" y="1715589"/>
            <a:ext cx="4695165" cy="4290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PLC Pinouts (Example)</a:t>
            </a:r>
            <a:endParaRPr/>
          </a:p>
        </p:txBody>
      </p:sp>
      <p:pic>
        <p:nvPicPr>
          <p:cNvPr descr="Machinedesign Com Sites Machinedesign com Files Uploads 2015 04 Serial Port Functions Table" id="444" name="Google Shape;444;p10"/>
          <p:cNvPicPr preferRelativeResize="0"/>
          <p:nvPr/>
        </p:nvPicPr>
        <p:blipFill rotWithShape="1">
          <a:blip r:embed="rId3">
            <a:alphaModFix/>
          </a:blip>
          <a:srcRect b="0" l="0" r="0" t="0"/>
          <a:stretch/>
        </p:blipFill>
        <p:spPr>
          <a:xfrm>
            <a:off x="6092391" y="2469700"/>
            <a:ext cx="5667375" cy="2743200"/>
          </a:xfrm>
          <a:prstGeom prst="rect">
            <a:avLst/>
          </a:prstGeom>
          <a:noFill/>
          <a:ln>
            <a:noFill/>
          </a:ln>
        </p:spPr>
      </p:pic>
      <p:pic>
        <p:nvPicPr>
          <p:cNvPr descr="Siemens PLC" id="445" name="Google Shape;445;p10"/>
          <p:cNvPicPr preferRelativeResize="0"/>
          <p:nvPr/>
        </p:nvPicPr>
        <p:blipFill rotWithShape="1">
          <a:blip r:embed="rId4">
            <a:alphaModFix/>
          </a:blip>
          <a:srcRect b="0" l="0" r="0" t="0"/>
          <a:stretch/>
        </p:blipFill>
        <p:spPr>
          <a:xfrm>
            <a:off x="1579648" y="2271138"/>
            <a:ext cx="4353330" cy="31460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pic>
        <p:nvPicPr>
          <p:cNvPr id="451" name="Google Shape;451;p11"/>
          <p:cNvPicPr preferRelativeResize="0"/>
          <p:nvPr>
            <p:ph idx="2" type="pic"/>
          </p:nvPr>
        </p:nvPicPr>
        <p:blipFill rotWithShape="1">
          <a:blip r:embed="rId3">
            <a:alphaModFix/>
          </a:blip>
          <a:srcRect b="0" l="9303" r="0" t="0"/>
          <a:stretch/>
        </p:blipFill>
        <p:spPr>
          <a:xfrm>
            <a:off x="1134319" y="1"/>
            <a:ext cx="11057681" cy="6858002"/>
          </a:xfrm>
          <a:prstGeom prst="rect">
            <a:avLst/>
          </a:prstGeom>
          <a:noFill/>
          <a:ln>
            <a:noFill/>
          </a:ln>
        </p:spPr>
      </p:pic>
      <p:sp>
        <p:nvSpPr>
          <p:cNvPr id="452" name="Google Shape;452;p11"/>
          <p:cNvSpPr txBox="1"/>
          <p:nvPr>
            <p:ph type="ctrTitle"/>
          </p:nvPr>
        </p:nvSpPr>
        <p:spPr>
          <a:xfrm>
            <a:off x="1648661" y="339645"/>
            <a:ext cx="4890577" cy="100255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lt1"/>
              </a:buClr>
              <a:buSzPts val="4500"/>
              <a:buFont typeface="Times New Roman"/>
              <a:buNone/>
            </a:pPr>
            <a:r>
              <a:rPr lang="en-US">
                <a:latin typeface="Times New Roman"/>
                <a:ea typeface="Times New Roman"/>
                <a:cs typeface="Times New Roman"/>
                <a:sym typeface="Times New Roman"/>
              </a:rPr>
              <a:t>RTUS</a:t>
            </a:r>
            <a:endParaRPr>
              <a:latin typeface="Times New Roman"/>
              <a:ea typeface="Times New Roman"/>
              <a:cs typeface="Times New Roman"/>
              <a:sym typeface="Times New Roman"/>
            </a:endParaRPr>
          </a:p>
        </p:txBody>
      </p:sp>
      <p:sp>
        <p:nvSpPr>
          <p:cNvPr id="453" name="Google Shape;453;p11"/>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lt1"/>
              </a:buClr>
              <a:buSzPts val="1600"/>
              <a:buNone/>
            </a:pPr>
            <a:r>
              <a:rPr lang="en-US">
                <a:latin typeface="Times New Roman"/>
                <a:ea typeface="Times New Roman"/>
                <a:cs typeface="Times New Roman"/>
                <a:sym typeface="Times New Roman"/>
              </a:rPr>
              <a:t>Remote terminal units</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12"/>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REMOTE TERMINAL UNITS (RTUS)</a:t>
            </a:r>
            <a:endParaRPr/>
          </a:p>
        </p:txBody>
      </p:sp>
      <p:sp>
        <p:nvSpPr>
          <p:cNvPr id="460" name="Google Shape;460;p12"/>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Clr>
                <a:schemeClr val="dk1"/>
              </a:buClr>
              <a:buSzPts val="1600"/>
              <a:buNone/>
            </a:pPr>
            <a:r>
              <a:rPr b="1" lang="en-US" sz="1600">
                <a:latin typeface="Times New Roman"/>
                <a:ea typeface="Times New Roman"/>
                <a:cs typeface="Times New Roman"/>
                <a:sym typeface="Times New Roman"/>
              </a:rPr>
              <a:t>Remote Terminal Units (RTUs)</a:t>
            </a:r>
            <a:r>
              <a:rPr lang="en-US" sz="1600">
                <a:latin typeface="Times New Roman"/>
                <a:ea typeface="Times New Roman"/>
                <a:cs typeface="Times New Roman"/>
                <a:sym typeface="Times New Roman"/>
              </a:rPr>
              <a:t> are integral components of </a:t>
            </a:r>
            <a:r>
              <a:rPr b="1" lang="en-US" sz="1600">
                <a:latin typeface="Times New Roman"/>
                <a:ea typeface="Times New Roman"/>
                <a:cs typeface="Times New Roman"/>
                <a:sym typeface="Times New Roman"/>
              </a:rPr>
              <a:t>Supervisory Control and Data Acquisition (SCADA) systems</a:t>
            </a:r>
            <a:r>
              <a:rPr lang="en-US" sz="1600">
                <a:latin typeface="Times New Roman"/>
                <a:ea typeface="Times New Roman"/>
                <a:cs typeface="Times New Roman"/>
                <a:sym typeface="Times New Roman"/>
              </a:rPr>
              <a:t>, designed for remote monitoring and control of industrial processes spread across vast geographical areas. RTUs act as a bridge between field devices</a:t>
            </a:r>
            <a:r>
              <a:rPr lang="en-US">
                <a:latin typeface="Times New Roman"/>
                <a:ea typeface="Times New Roman"/>
                <a:cs typeface="Times New Roman"/>
                <a:sym typeface="Times New Roman"/>
              </a:rPr>
              <a:t> </a:t>
            </a:r>
            <a:r>
              <a:rPr lang="en-US" sz="1600">
                <a:latin typeface="Times New Roman"/>
                <a:ea typeface="Times New Roman"/>
                <a:cs typeface="Times New Roman"/>
                <a:sym typeface="Times New Roman"/>
              </a:rPr>
              <a:t>such as sensors, actuators, and other equipment</a:t>
            </a:r>
            <a:r>
              <a:rPr lang="en-US">
                <a:latin typeface="Times New Roman"/>
                <a:ea typeface="Times New Roman"/>
                <a:cs typeface="Times New Roman"/>
                <a:sym typeface="Times New Roman"/>
              </a:rPr>
              <a:t> </a:t>
            </a:r>
            <a:r>
              <a:rPr lang="en-US" sz="1600">
                <a:latin typeface="Times New Roman"/>
                <a:ea typeface="Times New Roman"/>
                <a:cs typeface="Times New Roman"/>
                <a:sym typeface="Times New Roman"/>
              </a:rPr>
              <a:t>and the central control system, enabling real-time data collection and control. They are widely used in industries like </a:t>
            </a:r>
            <a:r>
              <a:rPr b="1" lang="en-US" sz="1600">
                <a:latin typeface="Times New Roman"/>
                <a:ea typeface="Times New Roman"/>
                <a:cs typeface="Times New Roman"/>
                <a:sym typeface="Times New Roman"/>
              </a:rPr>
              <a:t>energy, oil and gas, and water treatment</a:t>
            </a:r>
            <a:r>
              <a:rPr lang="en-US" sz="1600">
                <a:latin typeface="Times New Roman"/>
                <a:ea typeface="Times New Roman"/>
                <a:cs typeface="Times New Roman"/>
                <a:sym typeface="Times New Roman"/>
              </a:rPr>
              <a:t>, where equipment and infrastructure are often distributed over large distances.</a:t>
            </a:r>
            <a:endParaRPr/>
          </a:p>
          <a:p>
            <a:pPr indent="0" lvl="0" marL="0" rtl="0" algn="l">
              <a:lnSpc>
                <a:spcPct val="10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The main functions of an RTU include </a:t>
            </a:r>
            <a:r>
              <a:rPr b="1" lang="en-US" sz="1600">
                <a:latin typeface="Times New Roman"/>
                <a:ea typeface="Times New Roman"/>
                <a:cs typeface="Times New Roman"/>
                <a:sym typeface="Times New Roman"/>
              </a:rPr>
              <a:t>data acquisition</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remote control</a:t>
            </a:r>
            <a:r>
              <a:rPr lang="en-US" sz="1600">
                <a:latin typeface="Times New Roman"/>
                <a:ea typeface="Times New Roman"/>
                <a:cs typeface="Times New Roman"/>
                <a:sym typeface="Times New Roman"/>
              </a:rPr>
              <a:t>, and </a:t>
            </a:r>
            <a:r>
              <a:rPr b="1" lang="en-US" sz="1600">
                <a:latin typeface="Times New Roman"/>
                <a:ea typeface="Times New Roman"/>
                <a:cs typeface="Times New Roman"/>
                <a:sym typeface="Times New Roman"/>
              </a:rPr>
              <a:t>alarm management</a:t>
            </a:r>
            <a:r>
              <a:rPr lang="en-US" sz="1600">
                <a:latin typeface="Times New Roman"/>
                <a:ea typeface="Times New Roman"/>
                <a:cs typeface="Times New Roman"/>
                <a:sym typeface="Times New Roman"/>
              </a:rPr>
              <a:t>. RTUs collect information from various sensors, such as temperature, pressure, and flow rate, and transmit this data back to the central SCADA system. Additionally, RTUs can execute commands from the control system, such as opening or closing valves or starting and stopping pumps. RTUs also manage alarms, notifying operators when certain thresholds are exceeded or when equipment malfunctions, allowing for proactive response.</a:t>
            </a:r>
            <a:endParaRPr/>
          </a:p>
          <a:p>
            <a:pPr indent="0" lvl="0" marL="0" rtl="0" algn="l">
              <a:lnSpc>
                <a:spcPct val="10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Although similar to </a:t>
            </a:r>
            <a:r>
              <a:rPr b="1" lang="en-US" sz="1600">
                <a:latin typeface="Times New Roman"/>
                <a:ea typeface="Times New Roman"/>
                <a:cs typeface="Times New Roman"/>
                <a:sym typeface="Times New Roman"/>
              </a:rPr>
              <a:t>Programmable Logic Controllers (PLCs)</a:t>
            </a:r>
            <a:r>
              <a:rPr lang="en-US" sz="1600">
                <a:latin typeface="Times New Roman"/>
                <a:ea typeface="Times New Roman"/>
                <a:cs typeface="Times New Roman"/>
                <a:sym typeface="Times New Roman"/>
              </a:rPr>
              <a:t>, RTUs are specifically designed for </a:t>
            </a:r>
            <a:r>
              <a:rPr b="1" lang="en-US" sz="1600">
                <a:latin typeface="Times New Roman"/>
                <a:ea typeface="Times New Roman"/>
                <a:cs typeface="Times New Roman"/>
                <a:sym typeface="Times New Roman"/>
              </a:rPr>
              <a:t>remote locations</a:t>
            </a:r>
            <a:r>
              <a:rPr lang="en-US" sz="1600">
                <a:latin typeface="Times New Roman"/>
                <a:ea typeface="Times New Roman"/>
                <a:cs typeface="Times New Roman"/>
                <a:sym typeface="Times New Roman"/>
              </a:rPr>
              <a:t> and are optimized for long-distance communication and lower power consumption. While PLCs are better suited for </a:t>
            </a:r>
            <a:r>
              <a:rPr b="1" lang="en-US" sz="1600">
                <a:latin typeface="Times New Roman"/>
                <a:ea typeface="Times New Roman"/>
                <a:cs typeface="Times New Roman"/>
                <a:sym typeface="Times New Roman"/>
              </a:rPr>
              <a:t>local, real-time control</a:t>
            </a:r>
            <a:r>
              <a:rPr lang="en-US" sz="1600">
                <a:latin typeface="Times New Roman"/>
                <a:ea typeface="Times New Roman"/>
                <a:cs typeface="Times New Roman"/>
                <a:sym typeface="Times New Roman"/>
              </a:rPr>
              <a:t>, RTUs excel in environments where devices need to be monitored and controlled over long distances with minimal human intervention. This makes RTUs essential for managing distributed infrastructure like pipelines, power grids, and water treatment facilities.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3"/>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REMOTE TERMINAL UNITS (RTUS)</a:t>
            </a:r>
            <a:endParaRPr/>
          </a:p>
        </p:txBody>
      </p:sp>
      <p:pic>
        <p:nvPicPr>
          <p:cNvPr descr="Remote Terminal Unit - an overview | ScienceDirect Topics" id="467" name="Google Shape;467;p13"/>
          <p:cNvPicPr preferRelativeResize="0"/>
          <p:nvPr/>
        </p:nvPicPr>
        <p:blipFill rotWithShape="1">
          <a:blip r:embed="rId3">
            <a:alphaModFix/>
          </a:blip>
          <a:srcRect b="0" l="0" r="0" t="0"/>
          <a:stretch/>
        </p:blipFill>
        <p:spPr>
          <a:xfrm>
            <a:off x="1211612" y="1524000"/>
            <a:ext cx="9768777" cy="472115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pic>
        <p:nvPicPr>
          <p:cNvPr id="473" name="Google Shape;473;p14"/>
          <p:cNvPicPr preferRelativeResize="0"/>
          <p:nvPr>
            <p:ph idx="2" type="pic"/>
          </p:nvPr>
        </p:nvPicPr>
        <p:blipFill rotWithShape="1">
          <a:blip r:embed="rId3">
            <a:alphaModFix/>
          </a:blip>
          <a:srcRect b="0" l="0" r="-1" t="17305"/>
          <a:stretch/>
        </p:blipFill>
        <p:spPr>
          <a:xfrm>
            <a:off x="1134319" y="1"/>
            <a:ext cx="11057681" cy="6858002"/>
          </a:xfrm>
          <a:prstGeom prst="rect">
            <a:avLst/>
          </a:prstGeom>
          <a:noFill/>
          <a:ln>
            <a:noFill/>
          </a:ln>
        </p:spPr>
      </p:pic>
      <p:sp>
        <p:nvSpPr>
          <p:cNvPr id="474" name="Google Shape;474;p14"/>
          <p:cNvSpPr txBox="1"/>
          <p:nvPr>
            <p:ph type="ctrTitle"/>
          </p:nvPr>
        </p:nvSpPr>
        <p:spPr>
          <a:xfrm>
            <a:off x="1648661" y="339645"/>
            <a:ext cx="4890577"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chemeClr val="lt1"/>
              </a:buClr>
              <a:buSzPts val="4500"/>
              <a:buFont typeface="Times New Roman"/>
              <a:buNone/>
            </a:pPr>
            <a:r>
              <a:rPr lang="en-US">
                <a:latin typeface="Times New Roman"/>
                <a:ea typeface="Times New Roman"/>
                <a:cs typeface="Times New Roman"/>
                <a:sym typeface="Times New Roman"/>
              </a:rPr>
              <a:t>HMI</a:t>
            </a:r>
            <a:endParaRPr/>
          </a:p>
        </p:txBody>
      </p:sp>
      <p:sp>
        <p:nvSpPr>
          <p:cNvPr id="475" name="Google Shape;475;p14"/>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lt1"/>
              </a:buClr>
              <a:buSzPts val="1600"/>
              <a:buNone/>
            </a:pPr>
            <a:r>
              <a:rPr lang="en-US">
                <a:latin typeface="Times New Roman"/>
                <a:ea typeface="Times New Roman"/>
                <a:cs typeface="Times New Roman"/>
                <a:sym typeface="Times New Roman"/>
              </a:rPr>
              <a:t>Human machine interface</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15"/>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HUMAN MACHINE INTERFACE</a:t>
            </a:r>
            <a:endParaRPr/>
          </a:p>
        </p:txBody>
      </p:sp>
      <p:sp>
        <p:nvSpPr>
          <p:cNvPr id="482" name="Google Shape;482;p15"/>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Clr>
                <a:schemeClr val="dk1"/>
              </a:buClr>
              <a:buSzPts val="1600"/>
              <a:buNone/>
            </a:pPr>
            <a:r>
              <a:rPr lang="en-US">
                <a:latin typeface="Times New Roman"/>
                <a:ea typeface="Times New Roman"/>
                <a:cs typeface="Times New Roman"/>
                <a:sym typeface="Times New Roman"/>
              </a:rPr>
              <a:t>A </a:t>
            </a:r>
            <a:r>
              <a:rPr b="1" lang="en-US">
                <a:latin typeface="Times New Roman"/>
                <a:ea typeface="Times New Roman"/>
                <a:cs typeface="Times New Roman"/>
                <a:sym typeface="Times New Roman"/>
              </a:rPr>
              <a:t>Human-Machine Interface (HMI)</a:t>
            </a:r>
            <a:r>
              <a:rPr lang="en-US">
                <a:latin typeface="Times New Roman"/>
                <a:ea typeface="Times New Roman"/>
                <a:cs typeface="Times New Roman"/>
                <a:sym typeface="Times New Roman"/>
              </a:rPr>
              <a:t> is a critical component in industrial automation systems, serving as the interface between humans and machines. HMIs provide operators with a visual representation of the machinery and processes controlled by </a:t>
            </a:r>
            <a:r>
              <a:rPr b="1" lang="en-US">
                <a:latin typeface="Times New Roman"/>
                <a:ea typeface="Times New Roman"/>
                <a:cs typeface="Times New Roman"/>
                <a:sym typeface="Times New Roman"/>
              </a:rPr>
              <a:t>Programmable Logic Controllers (PLCs)</a:t>
            </a:r>
            <a:r>
              <a:rPr lang="en-US">
                <a:latin typeface="Times New Roman"/>
                <a:ea typeface="Times New Roman"/>
                <a:cs typeface="Times New Roman"/>
                <a:sym typeface="Times New Roman"/>
              </a:rPr>
              <a:t> or other control systems. They allow users to monitor real-time data, input commands, and visualize alarms or system statuses through graphical displays like </a:t>
            </a:r>
            <a:r>
              <a:rPr lang="en-US">
                <a:latin typeface="Times New Roman"/>
                <a:ea typeface="Times New Roman"/>
                <a:cs typeface="Times New Roman"/>
                <a:sym typeface="Times New Roman"/>
              </a:rPr>
              <a:t>touch screens</a:t>
            </a:r>
            <a:r>
              <a:rPr lang="en-US">
                <a:latin typeface="Times New Roman"/>
                <a:ea typeface="Times New Roman"/>
                <a:cs typeface="Times New Roman"/>
                <a:sym typeface="Times New Roman"/>
              </a:rPr>
              <a:t> or computer panels. Operators can control processes, change settings, and view trends directly through the HMI, improving operational efficiency and providing insights into system performance.</a:t>
            </a:r>
            <a:endParaRPr/>
          </a:p>
          <a:p>
            <a:pPr indent="0" lvl="0" marL="0" rtl="0" algn="l">
              <a:lnSpc>
                <a:spcPct val="100000"/>
              </a:lnSpc>
              <a:spcBef>
                <a:spcPts val="1000"/>
              </a:spcBef>
              <a:spcAft>
                <a:spcPts val="0"/>
              </a:spcAft>
              <a:buClr>
                <a:schemeClr val="dk1"/>
              </a:buClr>
              <a:buSzPts val="1600"/>
              <a:buNone/>
            </a:pPr>
            <a:r>
              <a:rPr lang="en-US">
                <a:latin typeface="Times New Roman"/>
                <a:ea typeface="Times New Roman"/>
                <a:cs typeface="Times New Roman"/>
                <a:sym typeface="Times New Roman"/>
              </a:rPr>
              <a:t>HMIs also enhance </a:t>
            </a:r>
            <a:r>
              <a:rPr b="1" lang="en-US">
                <a:latin typeface="Times New Roman"/>
                <a:ea typeface="Times New Roman"/>
                <a:cs typeface="Times New Roman"/>
                <a:sym typeface="Times New Roman"/>
              </a:rPr>
              <a:t>troubleshooting</a:t>
            </a:r>
            <a:r>
              <a:rPr lang="en-US">
                <a:latin typeface="Times New Roman"/>
                <a:ea typeface="Times New Roman"/>
                <a:cs typeface="Times New Roman"/>
                <a:sym typeface="Times New Roman"/>
              </a:rPr>
              <a:t> by showing system alerts and diagnostics, helping operators quickly identify and resolve issues without the need for specialized programming knowledge. These interfaces are used across various industries, including manufacturing, energy, and utilities, where they play a vital role in ensuring smooth and safe operation of automated systems. By providing a bridge between technology and human control, HMIs help to improve productivity and reduce the complexity of managing industrial processes.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6"/>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HUMAN MACHINE INTERFACES</a:t>
            </a:r>
            <a:endParaRPr/>
          </a:p>
        </p:txBody>
      </p:sp>
      <p:pic>
        <p:nvPicPr>
          <p:cNvPr id="489" name="Google Shape;489;p16"/>
          <p:cNvPicPr preferRelativeResize="0"/>
          <p:nvPr/>
        </p:nvPicPr>
        <p:blipFill rotWithShape="1">
          <a:blip r:embed="rId3">
            <a:alphaModFix/>
          </a:blip>
          <a:srcRect b="0" l="0" r="0" t="0"/>
          <a:stretch/>
        </p:blipFill>
        <p:spPr>
          <a:xfrm>
            <a:off x="2429976" y="1608823"/>
            <a:ext cx="3271736" cy="2462762"/>
          </a:xfrm>
          <a:prstGeom prst="rect">
            <a:avLst/>
          </a:prstGeom>
          <a:noFill/>
          <a:ln>
            <a:noFill/>
          </a:ln>
        </p:spPr>
      </p:pic>
      <p:pic>
        <p:nvPicPr>
          <p:cNvPr descr="HMI Samples" id="490" name="Google Shape;490;p16"/>
          <p:cNvPicPr preferRelativeResize="0"/>
          <p:nvPr/>
        </p:nvPicPr>
        <p:blipFill rotWithShape="1">
          <a:blip r:embed="rId4">
            <a:alphaModFix/>
          </a:blip>
          <a:srcRect b="0" l="0" r="0" t="0"/>
          <a:stretch/>
        </p:blipFill>
        <p:spPr>
          <a:xfrm>
            <a:off x="5701712" y="1608823"/>
            <a:ext cx="4360557" cy="2454766"/>
          </a:xfrm>
          <a:prstGeom prst="rect">
            <a:avLst/>
          </a:prstGeom>
          <a:noFill/>
          <a:ln>
            <a:noFill/>
          </a:ln>
        </p:spPr>
      </p:pic>
      <p:pic>
        <p:nvPicPr>
          <p:cNvPr descr="Standard colors on HMI – Mesta Automation" id="491" name="Google Shape;491;p16"/>
          <p:cNvPicPr preferRelativeResize="0"/>
          <p:nvPr/>
        </p:nvPicPr>
        <p:blipFill rotWithShape="1">
          <a:blip r:embed="rId5">
            <a:alphaModFix/>
          </a:blip>
          <a:srcRect b="0" l="0" r="0" t="0"/>
          <a:stretch/>
        </p:blipFill>
        <p:spPr>
          <a:xfrm>
            <a:off x="2429976" y="4064553"/>
            <a:ext cx="3308973" cy="2481730"/>
          </a:xfrm>
          <a:prstGeom prst="rect">
            <a:avLst/>
          </a:prstGeom>
          <a:noFill/>
          <a:ln>
            <a:noFill/>
          </a:ln>
        </p:spPr>
      </p:pic>
      <p:pic>
        <p:nvPicPr>
          <p:cNvPr descr="EMERSON / Movicon SCADA / Movicon.next" id="492" name="Google Shape;492;p16"/>
          <p:cNvPicPr preferRelativeResize="0"/>
          <p:nvPr/>
        </p:nvPicPr>
        <p:blipFill rotWithShape="1">
          <a:blip r:embed="rId6">
            <a:alphaModFix/>
          </a:blip>
          <a:srcRect b="0" l="0" r="0" t="0"/>
          <a:stretch/>
        </p:blipFill>
        <p:spPr>
          <a:xfrm>
            <a:off x="5738949" y="4063589"/>
            <a:ext cx="4323320" cy="245476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p17"/>
          <p:cNvPicPr preferRelativeResize="0"/>
          <p:nvPr>
            <p:ph idx="2" type="pic"/>
          </p:nvPr>
        </p:nvPicPr>
        <p:blipFill rotWithShape="1">
          <a:blip r:embed="rId3">
            <a:alphaModFix/>
          </a:blip>
          <a:srcRect b="3485" l="0" r="0" t="3484"/>
          <a:stretch/>
        </p:blipFill>
        <p:spPr>
          <a:xfrm>
            <a:off x="1134319" y="1"/>
            <a:ext cx="11057681" cy="6858002"/>
          </a:xfrm>
          <a:prstGeom prst="rect">
            <a:avLst/>
          </a:prstGeom>
          <a:noFill/>
          <a:ln>
            <a:noFill/>
          </a:ln>
        </p:spPr>
      </p:pic>
      <p:sp>
        <p:nvSpPr>
          <p:cNvPr id="499" name="Google Shape;499;p17"/>
          <p:cNvSpPr txBox="1"/>
          <p:nvPr>
            <p:ph type="ctrTitle"/>
          </p:nvPr>
        </p:nvSpPr>
        <p:spPr>
          <a:xfrm>
            <a:off x="1648661" y="339645"/>
            <a:ext cx="4890577" cy="100255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lt1"/>
              </a:buClr>
              <a:buSzPts val="3100"/>
              <a:buFont typeface="Times New Roman"/>
              <a:buNone/>
            </a:pPr>
            <a:r>
              <a:rPr lang="en-US" sz="3100">
                <a:latin typeface="Times New Roman"/>
                <a:ea typeface="Times New Roman"/>
                <a:cs typeface="Times New Roman"/>
                <a:sym typeface="Times New Roman"/>
              </a:rPr>
              <a:t>SEGREGATION OF OT AND IT NETWORKS</a:t>
            </a:r>
            <a:endParaRPr/>
          </a:p>
        </p:txBody>
      </p:sp>
      <p:sp>
        <p:nvSpPr>
          <p:cNvPr id="500" name="Google Shape;500;p17"/>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lt1"/>
              </a:buClr>
              <a:buSzPts val="1600"/>
              <a:buNone/>
            </a:pPr>
            <a:r>
              <a:rPr lang="en-US">
                <a:latin typeface="Times New Roman"/>
                <a:ea typeface="Times New Roman"/>
                <a:cs typeface="Times New Roman"/>
                <a:sym typeface="Times New Roman"/>
              </a:rPr>
              <a:t>The biggest challenge</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18"/>
          <p:cNvSpPr txBox="1"/>
          <p:nvPr>
            <p:ph type="ctrTitle"/>
          </p:nvPr>
        </p:nvSpPr>
        <p:spPr>
          <a:xfrm>
            <a:off x="1627322" y="339645"/>
            <a:ext cx="10134368"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LEGACY PLCS: BALANCING RELIABILITY AND SECURITY IN THE AGE OF INDUSTRY 4.0</a:t>
            </a:r>
            <a:endParaRPr/>
          </a:p>
        </p:txBody>
      </p:sp>
      <p:sp>
        <p:nvSpPr>
          <p:cNvPr id="507" name="Google Shape;507;p18"/>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Legacy systems like older PLCs and SCADA components were designed with </a:t>
            </a:r>
            <a:r>
              <a:rPr b="1" lang="en-US" sz="1400">
                <a:latin typeface="Times New Roman"/>
                <a:ea typeface="Times New Roman"/>
                <a:cs typeface="Times New Roman"/>
                <a:sym typeface="Times New Roman"/>
              </a:rPr>
              <a:t>simplicity and reliability</a:t>
            </a:r>
            <a:r>
              <a:rPr lang="en-US" sz="1400">
                <a:latin typeface="Times New Roman"/>
                <a:ea typeface="Times New Roman"/>
                <a:cs typeface="Times New Roman"/>
                <a:sym typeface="Times New Roman"/>
              </a:rPr>
              <a:t> in mind, focusing on ease of programming, not cybersecurity. Ladder logic was developed to be intuitive, allowing technicians to program industrial systems without needing deep programming expertise.</a:t>
            </a:r>
            <a:endParaRPr/>
          </a:p>
          <a:p>
            <a:pPr indent="0" lvl="0" marL="0" rtl="0" algn="l">
              <a:lnSpc>
                <a:spcPct val="10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However, these systems lack modern security features like encryption and authentication. Initially built for </a:t>
            </a:r>
            <a:r>
              <a:rPr b="1" lang="en-US" sz="1400">
                <a:latin typeface="Times New Roman"/>
                <a:ea typeface="Times New Roman"/>
                <a:cs typeface="Times New Roman"/>
                <a:sym typeface="Times New Roman"/>
              </a:rPr>
              <a:t>isolated environments</a:t>
            </a:r>
            <a:r>
              <a:rPr lang="en-US" sz="1400">
                <a:latin typeface="Times New Roman"/>
                <a:ea typeface="Times New Roman"/>
                <a:cs typeface="Times New Roman"/>
                <a:sym typeface="Times New Roman"/>
              </a:rPr>
              <a:t>, they weren’t meant to face today’s cyber threats. In </a:t>
            </a:r>
            <a:r>
              <a:rPr b="1" lang="en-US" sz="1400">
                <a:latin typeface="Times New Roman"/>
                <a:ea typeface="Times New Roman"/>
                <a:cs typeface="Times New Roman"/>
                <a:sym typeface="Times New Roman"/>
              </a:rPr>
              <a:t>Industry 4.0</a:t>
            </a:r>
            <a:r>
              <a:rPr lang="en-US" sz="1400">
                <a:latin typeface="Times New Roman"/>
                <a:ea typeface="Times New Roman"/>
                <a:cs typeface="Times New Roman"/>
                <a:sym typeface="Times New Roman"/>
              </a:rPr>
              <a:t>, where systems are increasingly connected, this simplicity becomes a vulnerability. Attackers can exploit the absence of basic security protocols, gaining unauthorized access to critical systems with relative ease.</a:t>
            </a:r>
            <a:endParaRPr/>
          </a:p>
          <a:p>
            <a:pPr indent="0" lvl="0" marL="0" rtl="0" algn="l">
              <a:lnSpc>
                <a:spcPct val="10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Despite these risks, older PLCs remain essential due to their </a:t>
            </a:r>
            <a:r>
              <a:rPr b="1" lang="en-US" sz="1400">
                <a:latin typeface="Times New Roman"/>
                <a:ea typeface="Times New Roman"/>
                <a:cs typeface="Times New Roman"/>
                <a:sym typeface="Times New Roman"/>
              </a:rPr>
              <a:t>proven reliability</a:t>
            </a:r>
            <a:r>
              <a:rPr lang="en-US" sz="1400">
                <a:latin typeface="Times New Roman"/>
                <a:ea typeface="Times New Roman"/>
                <a:cs typeface="Times New Roman"/>
                <a:sym typeface="Times New Roman"/>
              </a:rPr>
              <a:t> and </a:t>
            </a:r>
            <a:r>
              <a:rPr b="1" lang="en-US" sz="1400">
                <a:latin typeface="Times New Roman"/>
                <a:ea typeface="Times New Roman"/>
                <a:cs typeface="Times New Roman"/>
                <a:sym typeface="Times New Roman"/>
              </a:rPr>
              <a:t>cost-effectiveness</a:t>
            </a:r>
            <a:r>
              <a:rPr lang="en-US" sz="1400">
                <a:latin typeface="Times New Roman"/>
                <a:ea typeface="Times New Roman"/>
                <a:cs typeface="Times New Roman"/>
                <a:sym typeface="Times New Roman"/>
              </a:rPr>
              <a:t>. Replacing them entirely would not only be expensive but also disruptive, especially when many run </a:t>
            </a:r>
            <a:r>
              <a:rPr b="1" lang="en-US" sz="1400">
                <a:latin typeface="Times New Roman"/>
                <a:ea typeface="Times New Roman"/>
                <a:cs typeface="Times New Roman"/>
                <a:sym typeface="Times New Roman"/>
              </a:rPr>
              <a:t>custom ladder logic</a:t>
            </a:r>
            <a:r>
              <a:rPr lang="en-US" sz="1400">
                <a:latin typeface="Times New Roman"/>
                <a:ea typeface="Times New Roman"/>
                <a:cs typeface="Times New Roman"/>
                <a:sym typeface="Times New Roman"/>
              </a:rPr>
              <a:t> designed for specific processes.</a:t>
            </a:r>
            <a:endParaRPr/>
          </a:p>
          <a:p>
            <a:pPr indent="0" lvl="0" marL="0" rtl="0" algn="l">
              <a:lnSpc>
                <a:spcPct val="10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Instead of complete replacements, plants are adopting </a:t>
            </a:r>
            <a:r>
              <a:rPr b="1" lang="en-US" sz="1400">
                <a:latin typeface="Times New Roman"/>
                <a:ea typeface="Times New Roman"/>
                <a:cs typeface="Times New Roman"/>
                <a:sym typeface="Times New Roman"/>
              </a:rPr>
              <a:t>incremental security upgrades</a:t>
            </a:r>
            <a:r>
              <a:rPr lang="en-US" sz="1400">
                <a:latin typeface="Times New Roman"/>
                <a:ea typeface="Times New Roman"/>
                <a:cs typeface="Times New Roman"/>
                <a:sym typeface="Times New Roman"/>
              </a:rPr>
              <a:t> </a:t>
            </a:r>
            <a:r>
              <a:rPr lang="en-US" sz="1400">
                <a:latin typeface="Times New Roman"/>
                <a:ea typeface="Times New Roman"/>
                <a:cs typeface="Times New Roman"/>
                <a:sym typeface="Times New Roman"/>
              </a:rPr>
              <a:t>such as network isolation, firewalls, and VPNs to protect these systems while maintaining their core functionality. With proper safeguards in place, these </a:t>
            </a:r>
            <a:r>
              <a:rPr b="1" lang="en-US" sz="1400">
                <a:latin typeface="Times New Roman"/>
                <a:ea typeface="Times New Roman"/>
                <a:cs typeface="Times New Roman"/>
                <a:sym typeface="Times New Roman"/>
              </a:rPr>
              <a:t>reliable legacy systems</a:t>
            </a:r>
            <a:r>
              <a:rPr lang="en-US" sz="1400">
                <a:latin typeface="Times New Roman"/>
                <a:ea typeface="Times New Roman"/>
                <a:cs typeface="Times New Roman"/>
                <a:sym typeface="Times New Roman"/>
              </a:rPr>
              <a:t> can continue to serve effectively in today’s interconnected industrial landscape.</a:t>
            </a:r>
            <a:endParaRPr/>
          </a:p>
          <a:p>
            <a:pPr indent="0" lvl="0" marL="0" rtl="0" algn="l">
              <a:lnSpc>
                <a:spcPct val="10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When discussing the separation of IT and OT systems, industry leading researcher Dragos emphasizes that while collaboration between IT and OT teams is crucial, maintaining </a:t>
            </a:r>
            <a:r>
              <a:rPr b="1" lang="en-US" sz="1400">
                <a:latin typeface="Times New Roman"/>
                <a:ea typeface="Times New Roman"/>
                <a:cs typeface="Times New Roman"/>
                <a:sym typeface="Times New Roman"/>
              </a:rPr>
              <a:t>segregation</a:t>
            </a:r>
            <a:r>
              <a:rPr lang="en-US" sz="1400">
                <a:latin typeface="Times New Roman"/>
                <a:ea typeface="Times New Roman"/>
                <a:cs typeface="Times New Roman"/>
                <a:sym typeface="Times New Roman"/>
              </a:rPr>
              <a:t> between the two environments is equally important to </a:t>
            </a:r>
            <a:r>
              <a:rPr b="1" lang="en-US" sz="1400">
                <a:latin typeface="Times New Roman"/>
                <a:ea typeface="Times New Roman"/>
                <a:cs typeface="Times New Roman"/>
                <a:sym typeface="Times New Roman"/>
              </a:rPr>
              <a:t>minimize risk</a:t>
            </a:r>
            <a:r>
              <a:rPr lang="en-US" sz="1400">
                <a:latin typeface="Times New Roman"/>
                <a:ea typeface="Times New Roman"/>
                <a:cs typeface="Times New Roman"/>
                <a:sym typeface="Times New Roman"/>
              </a:rPr>
              <a:t>. (</a:t>
            </a:r>
            <a:r>
              <a:rPr lang="en-US" sz="1400" u="sng">
                <a:solidFill>
                  <a:schemeClr val="hlink"/>
                </a:solidFill>
                <a:latin typeface="Times New Roman"/>
                <a:ea typeface="Times New Roman"/>
                <a:cs typeface="Times New Roman"/>
                <a:sym typeface="Times New Roman"/>
                <a:hlinkClick r:id="rId3"/>
              </a:rPr>
              <a:t>Bridging the IT and OT Cybersecurity Divide | Dragos</a:t>
            </a:r>
            <a:r>
              <a:rPr lang="en-US" sz="1400">
                <a:latin typeface="Times New Roman"/>
                <a:ea typeface="Times New Roman"/>
                <a:cs typeface="Times New Roman"/>
                <a:sym typeface="Times New Roman"/>
              </a:rPr>
              <a:t>)</a:t>
            </a:r>
            <a:endParaRPr/>
          </a:p>
          <a:p>
            <a:pPr indent="0" lvl="0" marL="0" rtl="0" algn="l">
              <a:lnSpc>
                <a:spcPct val="10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OT (Operational Technology) systems were traditionally isolated for safety and reliability, while IT (Information Technology) systems manage data and information flow, often prioritizing security differently.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19"/>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WHY DO PLANTS STILL USE OLDER PLCS?</a:t>
            </a:r>
            <a:endParaRPr/>
          </a:p>
        </p:txBody>
      </p:sp>
      <p:sp>
        <p:nvSpPr>
          <p:cNvPr id="514" name="Google Shape;514;p19"/>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Autofit/>
          </a:bodyPr>
          <a:lstStyle/>
          <a:p>
            <a:pPr indent="-88900" lvl="0" marL="0" rtl="0" algn="l">
              <a:lnSpc>
                <a:spcPct val="100000"/>
              </a:lnSpc>
              <a:spcBef>
                <a:spcPts val="0"/>
              </a:spcBef>
              <a:spcAft>
                <a:spcPts val="0"/>
              </a:spcAft>
              <a:buClr>
                <a:schemeClr val="dk1"/>
              </a:buClr>
              <a:buSzPts val="1400"/>
              <a:buFont typeface="Arial"/>
              <a:buChar char="•"/>
            </a:pPr>
            <a:r>
              <a:rPr b="1" lang="en-US" sz="1400">
                <a:latin typeface="Times New Roman"/>
                <a:ea typeface="Times New Roman"/>
                <a:cs typeface="Times New Roman"/>
                <a:sym typeface="Times New Roman"/>
              </a:rPr>
              <a:t>Critical Operations</a:t>
            </a:r>
            <a:r>
              <a:rPr lang="en-US" sz="1400">
                <a:latin typeface="Times New Roman"/>
                <a:ea typeface="Times New Roman"/>
                <a:cs typeface="Times New Roman"/>
                <a:sym typeface="Times New Roman"/>
              </a:rPr>
              <a:t>: Many plants rely on </a:t>
            </a:r>
            <a:r>
              <a:rPr b="1" lang="en-US" sz="1400">
                <a:latin typeface="Times New Roman"/>
                <a:ea typeface="Times New Roman"/>
                <a:cs typeface="Times New Roman"/>
                <a:sym typeface="Times New Roman"/>
              </a:rPr>
              <a:t>legacy PLCs</a:t>
            </a:r>
            <a:r>
              <a:rPr lang="en-US" sz="1400">
                <a:latin typeface="Times New Roman"/>
                <a:ea typeface="Times New Roman"/>
                <a:cs typeface="Times New Roman"/>
                <a:sym typeface="Times New Roman"/>
              </a:rPr>
              <a:t> that control essential processes in industries like power, oil, and manufacturing. These systems have been in place for decades and are known for their </a:t>
            </a:r>
            <a:r>
              <a:rPr b="1" lang="en-US" sz="1400">
                <a:latin typeface="Times New Roman"/>
                <a:ea typeface="Times New Roman"/>
                <a:cs typeface="Times New Roman"/>
                <a:sym typeface="Times New Roman"/>
              </a:rPr>
              <a:t>reliability and longevity</a:t>
            </a:r>
            <a:r>
              <a:rPr lang="en-US" sz="1400">
                <a:latin typeface="Times New Roman"/>
                <a:ea typeface="Times New Roman"/>
                <a:cs typeface="Times New Roman"/>
                <a:sym typeface="Times New Roman"/>
              </a:rPr>
              <a:t>.</a:t>
            </a:r>
            <a:endParaRPr/>
          </a:p>
          <a:p>
            <a:pPr indent="-88900" lvl="0" marL="0" rtl="0" algn="l">
              <a:lnSpc>
                <a:spcPct val="100000"/>
              </a:lnSpc>
              <a:spcBef>
                <a:spcPts val="1000"/>
              </a:spcBef>
              <a:spcAft>
                <a:spcPts val="0"/>
              </a:spcAft>
              <a:buClr>
                <a:schemeClr val="dk1"/>
              </a:buClr>
              <a:buSzPts val="1400"/>
              <a:buFont typeface="Arial"/>
              <a:buChar char="•"/>
            </a:pPr>
            <a:r>
              <a:rPr b="1" lang="en-US" sz="1400">
                <a:latin typeface="Times New Roman"/>
                <a:ea typeface="Times New Roman"/>
                <a:cs typeface="Times New Roman"/>
                <a:sym typeface="Times New Roman"/>
              </a:rPr>
              <a:t>Downtime Risks</a:t>
            </a:r>
            <a:r>
              <a:rPr lang="en-US" sz="1400">
                <a:latin typeface="Times New Roman"/>
                <a:ea typeface="Times New Roman"/>
                <a:cs typeface="Times New Roman"/>
                <a:sym typeface="Times New Roman"/>
              </a:rPr>
              <a:t>: Stopping operations to replace or upgrade PLCs can result in </a:t>
            </a:r>
            <a:r>
              <a:rPr b="1" lang="en-US" sz="1400">
                <a:latin typeface="Times New Roman"/>
                <a:ea typeface="Times New Roman"/>
                <a:cs typeface="Times New Roman"/>
                <a:sym typeface="Times New Roman"/>
              </a:rPr>
              <a:t>costly downtime</a:t>
            </a:r>
            <a:r>
              <a:rPr lang="en-US" sz="1400">
                <a:latin typeface="Times New Roman"/>
                <a:ea typeface="Times New Roman"/>
                <a:cs typeface="Times New Roman"/>
                <a:sym typeface="Times New Roman"/>
              </a:rPr>
              <a:t> (millions of dollars per day) or even </a:t>
            </a:r>
            <a:r>
              <a:rPr b="1" lang="en-US" sz="1400">
                <a:latin typeface="Times New Roman"/>
                <a:ea typeface="Times New Roman"/>
                <a:cs typeface="Times New Roman"/>
                <a:sym typeface="Times New Roman"/>
              </a:rPr>
              <a:t>safety risks</a:t>
            </a:r>
            <a:r>
              <a:rPr lang="en-US" sz="1400">
                <a:latin typeface="Times New Roman"/>
                <a:ea typeface="Times New Roman"/>
                <a:cs typeface="Times New Roman"/>
                <a:sym typeface="Times New Roman"/>
              </a:rPr>
              <a:t>, especially in industries like nuclear power or chemical processing. These systems handle continuous operations, where downtime isn’t an option.</a:t>
            </a:r>
            <a:endParaRPr/>
          </a:p>
          <a:p>
            <a:pPr indent="-88900" lvl="0" marL="0" rtl="0" algn="l">
              <a:lnSpc>
                <a:spcPct val="100000"/>
              </a:lnSpc>
              <a:spcBef>
                <a:spcPts val="1000"/>
              </a:spcBef>
              <a:spcAft>
                <a:spcPts val="0"/>
              </a:spcAft>
              <a:buClr>
                <a:schemeClr val="dk1"/>
              </a:buClr>
              <a:buSzPts val="1400"/>
              <a:buFont typeface="Arial"/>
              <a:buChar char="•"/>
            </a:pPr>
            <a:r>
              <a:rPr b="1" lang="en-US" sz="1400">
                <a:latin typeface="Times New Roman"/>
                <a:ea typeface="Times New Roman"/>
                <a:cs typeface="Times New Roman"/>
                <a:sym typeface="Times New Roman"/>
              </a:rPr>
              <a:t>Customized Systems</a:t>
            </a:r>
            <a:r>
              <a:rPr lang="en-US" sz="1400">
                <a:latin typeface="Times New Roman"/>
                <a:ea typeface="Times New Roman"/>
                <a:cs typeface="Times New Roman"/>
                <a:sym typeface="Times New Roman"/>
              </a:rPr>
              <a:t>: Legacy PLCs often run </a:t>
            </a:r>
            <a:r>
              <a:rPr b="1" lang="en-US" sz="1400">
                <a:latin typeface="Times New Roman"/>
                <a:ea typeface="Times New Roman"/>
                <a:cs typeface="Times New Roman"/>
                <a:sym typeface="Times New Roman"/>
              </a:rPr>
              <a:t>custom ladder logic programs</a:t>
            </a:r>
            <a:r>
              <a:rPr lang="en-US" sz="1400">
                <a:latin typeface="Times New Roman"/>
                <a:ea typeface="Times New Roman"/>
                <a:cs typeface="Times New Roman"/>
                <a:sym typeface="Times New Roman"/>
              </a:rPr>
              <a:t>, specifically designed for the plant's processes. Replacing them requires not just new hardware, but </a:t>
            </a:r>
            <a:r>
              <a:rPr b="1" lang="en-US" sz="1400">
                <a:latin typeface="Times New Roman"/>
                <a:ea typeface="Times New Roman"/>
                <a:cs typeface="Times New Roman"/>
                <a:sym typeface="Times New Roman"/>
              </a:rPr>
              <a:t>re-engineering complex software</a:t>
            </a:r>
            <a:r>
              <a:rPr lang="en-US" sz="1400">
                <a:latin typeface="Times New Roman"/>
                <a:ea typeface="Times New Roman"/>
                <a:cs typeface="Times New Roman"/>
                <a:sym typeface="Times New Roman"/>
              </a:rPr>
              <a:t>, which is time-consuming and risky.</a:t>
            </a:r>
            <a:endParaRPr/>
          </a:p>
          <a:p>
            <a:pPr indent="0" lvl="0" marL="0" rtl="0" algn="l">
              <a:lnSpc>
                <a:spcPct val="100000"/>
              </a:lnSpc>
              <a:spcBef>
                <a:spcPts val="1000"/>
              </a:spcBef>
              <a:spcAft>
                <a:spcPts val="0"/>
              </a:spcAft>
              <a:buClr>
                <a:schemeClr val="dk1"/>
              </a:buClr>
              <a:buSzPts val="1400"/>
              <a:buNone/>
            </a:pPr>
            <a:r>
              <a:rPr b="1" lang="en-US" sz="1400" u="sng">
                <a:latin typeface="Times New Roman"/>
                <a:ea typeface="Times New Roman"/>
                <a:cs typeface="Times New Roman"/>
                <a:sym typeface="Times New Roman"/>
              </a:rPr>
              <a:t>Key Takeaway: </a:t>
            </a:r>
            <a:r>
              <a:rPr lang="en-US" sz="1400" u="sng">
                <a:latin typeface="Times New Roman"/>
                <a:ea typeface="Times New Roman"/>
                <a:cs typeface="Times New Roman"/>
                <a:sym typeface="Times New Roman"/>
              </a:rPr>
              <a:t>Despite their age, legacy PLCs remain indispensable due to their reliability, the high cost of replacement, and the complexity of re-engineering existing custom control logic.</a:t>
            </a:r>
            <a:endParaRPr/>
          </a:p>
          <a:p>
            <a:pPr indent="0" lvl="0" marL="0" rtl="0" algn="l">
              <a:lnSpc>
                <a:spcPct val="10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p:txBody>
      </p:sp>
      <p:pic>
        <p:nvPicPr>
          <p:cNvPr id="515" name="Google Shape;515;p19"/>
          <p:cNvPicPr preferRelativeResize="0"/>
          <p:nvPr/>
        </p:nvPicPr>
        <p:blipFill rotWithShape="1">
          <a:blip r:embed="rId3">
            <a:alphaModFix/>
          </a:blip>
          <a:srcRect b="0" l="0" r="0" t="0"/>
          <a:stretch/>
        </p:blipFill>
        <p:spPr>
          <a:xfrm>
            <a:off x="3915307" y="4169139"/>
            <a:ext cx="4361385" cy="236358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0"/>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SHOULD WE CONTINUE TO USE THE PURDUE MODEL? NO AND YES.</a:t>
            </a:r>
            <a:endParaRPr/>
          </a:p>
        </p:txBody>
      </p:sp>
      <p:pic>
        <p:nvPicPr>
          <p:cNvPr id="522" name="Google Shape;522;p20"/>
          <p:cNvPicPr preferRelativeResize="0"/>
          <p:nvPr/>
        </p:nvPicPr>
        <p:blipFill rotWithShape="1">
          <a:blip r:embed="rId3">
            <a:alphaModFix/>
          </a:blip>
          <a:srcRect b="0" l="0" r="0" t="0"/>
          <a:stretch/>
        </p:blipFill>
        <p:spPr>
          <a:xfrm>
            <a:off x="1627321" y="1661131"/>
            <a:ext cx="3649794" cy="3535738"/>
          </a:xfrm>
          <a:prstGeom prst="rect">
            <a:avLst/>
          </a:prstGeom>
          <a:noFill/>
          <a:ln>
            <a:noFill/>
          </a:ln>
        </p:spPr>
      </p:pic>
      <p:pic>
        <p:nvPicPr>
          <p:cNvPr id="523" name="Google Shape;523;p20"/>
          <p:cNvPicPr preferRelativeResize="0"/>
          <p:nvPr/>
        </p:nvPicPr>
        <p:blipFill rotWithShape="1">
          <a:blip r:embed="rId4">
            <a:alphaModFix/>
          </a:blip>
          <a:srcRect b="0" l="0" r="0" t="0"/>
          <a:stretch/>
        </p:blipFill>
        <p:spPr>
          <a:xfrm>
            <a:off x="6199456" y="1952399"/>
            <a:ext cx="5562234" cy="295320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1"/>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WHAT SHOULD WE DO?</a:t>
            </a:r>
            <a:endParaRPr/>
          </a:p>
        </p:txBody>
      </p:sp>
      <p:sp>
        <p:nvSpPr>
          <p:cNvPr id="530" name="Google Shape;530;p21"/>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Clr>
                <a:schemeClr val="dk1"/>
              </a:buClr>
              <a:buSzPts val="1600"/>
              <a:buNone/>
            </a:pPr>
            <a:r>
              <a:rPr lang="en-US" sz="1600">
                <a:latin typeface="Times New Roman"/>
                <a:ea typeface="Times New Roman"/>
                <a:cs typeface="Times New Roman"/>
                <a:sym typeface="Times New Roman"/>
              </a:rPr>
              <a:t>As the creator of the </a:t>
            </a:r>
            <a:r>
              <a:rPr b="1" lang="en-US" sz="1600">
                <a:latin typeface="Times New Roman"/>
                <a:ea typeface="Times New Roman"/>
                <a:cs typeface="Times New Roman"/>
                <a:sym typeface="Times New Roman"/>
              </a:rPr>
              <a:t>Purdue Model</a:t>
            </a:r>
            <a:r>
              <a:rPr lang="en-US" sz="1600">
                <a:latin typeface="Times New Roman"/>
                <a:ea typeface="Times New Roman"/>
                <a:cs typeface="Times New Roman"/>
                <a:sym typeface="Times New Roman"/>
              </a:rPr>
              <a:t> for industrial control systems (ICS) recognized its limitations in addressing modern cybersecurity challenges, many in the industry have begun looking for alternative or enhanced approaches. The Purdue Model, which organizes ICS environments into distinct layers, from field devices to enterprise IT, was never designed to handle the </a:t>
            </a:r>
            <a:r>
              <a:rPr b="1" lang="en-US" sz="1600">
                <a:latin typeface="Times New Roman"/>
                <a:ea typeface="Times New Roman"/>
                <a:cs typeface="Times New Roman"/>
                <a:sym typeface="Times New Roman"/>
              </a:rPr>
              <a:t>IT/OT convergence</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cloud computing</a:t>
            </a:r>
            <a:r>
              <a:rPr lang="en-US" sz="1600">
                <a:latin typeface="Times New Roman"/>
                <a:ea typeface="Times New Roman"/>
                <a:cs typeface="Times New Roman"/>
                <a:sym typeface="Times New Roman"/>
              </a:rPr>
              <a:t>, or the </a:t>
            </a:r>
            <a:r>
              <a:rPr b="1" lang="en-US" sz="1600">
                <a:latin typeface="Times New Roman"/>
                <a:ea typeface="Times New Roman"/>
                <a:cs typeface="Times New Roman"/>
                <a:sym typeface="Times New Roman"/>
              </a:rPr>
              <a:t>Industrial Internet of Things (IIoT)</a:t>
            </a:r>
            <a:r>
              <a:rPr lang="en-US" sz="1600">
                <a:latin typeface="Times New Roman"/>
                <a:ea typeface="Times New Roman"/>
                <a:cs typeface="Times New Roman"/>
                <a:sym typeface="Times New Roman"/>
              </a:rPr>
              <a:t>. Modern threats, such as lateral movement and advanced cyberattacks, demand more sophisticated security measures than what the original model provides.</a:t>
            </a:r>
            <a:endParaRPr/>
          </a:p>
          <a:p>
            <a:pPr indent="0" lvl="0" marL="0" rtl="0" algn="l">
              <a:lnSpc>
                <a:spcPct val="10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A recommended enhancement to the Purdue Model includes implementing a </a:t>
            </a:r>
            <a:r>
              <a:rPr b="1" lang="en-US" sz="1600">
                <a:latin typeface="Times New Roman"/>
                <a:ea typeface="Times New Roman"/>
                <a:cs typeface="Times New Roman"/>
                <a:sym typeface="Times New Roman"/>
              </a:rPr>
              <a:t>Level 3.5 Industrial Demilitarized Zone (iDMZ)</a:t>
            </a:r>
            <a:r>
              <a:rPr lang="en-US" sz="1600">
                <a:latin typeface="Times New Roman"/>
                <a:ea typeface="Times New Roman"/>
                <a:cs typeface="Times New Roman"/>
                <a:sym typeface="Times New Roman"/>
              </a:rPr>
              <a:t>. This layer helps mitigate the risk by creating a secure buffer between IT and OT systems, allowing data to be transferred securely without direct connections between the two networks. Additionally, many experts suggest integrating </a:t>
            </a:r>
            <a:r>
              <a:rPr b="1" lang="en-US" sz="1600">
                <a:latin typeface="Times New Roman"/>
                <a:ea typeface="Times New Roman"/>
                <a:cs typeface="Times New Roman"/>
                <a:sym typeface="Times New Roman"/>
              </a:rPr>
              <a:t>Zero Trust architecture</a:t>
            </a:r>
            <a:r>
              <a:rPr lang="en-US" sz="1600">
                <a:latin typeface="Times New Roman"/>
                <a:ea typeface="Times New Roman"/>
                <a:cs typeface="Times New Roman"/>
                <a:sym typeface="Times New Roman"/>
              </a:rPr>
              <a:t> principles, where every interaction within the network must be verified and monitored. This approach provides stronger network boundaries and real-time defense against unauthorized access.</a:t>
            </a:r>
            <a:endParaRPr/>
          </a:p>
          <a:p>
            <a:pPr indent="0" lvl="0" marL="0" rtl="0" algn="l">
              <a:lnSpc>
                <a:spcPct val="10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In conclusion, while the Purdue Model still serves as a foundational framework, incorporating modern strategies like </a:t>
            </a:r>
            <a:r>
              <a:rPr b="1" lang="en-US" sz="1600">
                <a:latin typeface="Times New Roman"/>
                <a:ea typeface="Times New Roman"/>
                <a:cs typeface="Times New Roman"/>
                <a:sym typeface="Times New Roman"/>
              </a:rPr>
              <a:t>iDMZ</a:t>
            </a:r>
            <a:r>
              <a:rPr lang="en-US" sz="1600">
                <a:latin typeface="Times New Roman"/>
                <a:ea typeface="Times New Roman"/>
                <a:cs typeface="Times New Roman"/>
                <a:sym typeface="Times New Roman"/>
              </a:rPr>
              <a:t> and </a:t>
            </a:r>
            <a:r>
              <a:rPr b="1" lang="en-US" sz="1600">
                <a:latin typeface="Times New Roman"/>
                <a:ea typeface="Times New Roman"/>
                <a:cs typeface="Times New Roman"/>
                <a:sym typeface="Times New Roman"/>
              </a:rPr>
              <a:t>Zero Trust</a:t>
            </a:r>
            <a:r>
              <a:rPr lang="en-US" sz="1600">
                <a:latin typeface="Times New Roman"/>
                <a:ea typeface="Times New Roman"/>
                <a:cs typeface="Times New Roman"/>
                <a:sym typeface="Times New Roman"/>
              </a:rPr>
              <a:t> ensures a more secure ICS environment in the age of </a:t>
            </a:r>
            <a:r>
              <a:rPr b="1" lang="en-US" sz="1600">
                <a:latin typeface="Times New Roman"/>
                <a:ea typeface="Times New Roman"/>
                <a:cs typeface="Times New Roman"/>
                <a:sym typeface="Times New Roman"/>
              </a:rPr>
              <a:t>Industry 4.0</a:t>
            </a:r>
            <a:r>
              <a:rPr lang="en-US" sz="1600">
                <a:latin typeface="Times New Roman"/>
                <a:ea typeface="Times New Roman"/>
                <a:cs typeface="Times New Roman"/>
                <a:sym typeface="Times New Roman"/>
              </a:rPr>
              <a:t> and increasing connectivity.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descr="A diagram of security and data security&#10;&#10;Description automatically generated" id="536" name="Google Shape;536;p22"/>
          <p:cNvPicPr preferRelativeResize="0"/>
          <p:nvPr/>
        </p:nvPicPr>
        <p:blipFill rotWithShape="1">
          <a:blip r:embed="rId3">
            <a:alphaModFix/>
          </a:blip>
          <a:srcRect b="0" l="0" r="0" t="0"/>
          <a:stretch/>
        </p:blipFill>
        <p:spPr>
          <a:xfrm>
            <a:off x="6845313" y="1953888"/>
            <a:ext cx="5198641" cy="2950228"/>
          </a:xfrm>
          <a:prstGeom prst="rect">
            <a:avLst/>
          </a:prstGeom>
          <a:solidFill>
            <a:srgbClr val="FFFFFF"/>
          </a:solidFill>
          <a:ln>
            <a:noFill/>
          </a:ln>
        </p:spPr>
      </p:pic>
      <p:sp>
        <p:nvSpPr>
          <p:cNvPr id="537" name="Google Shape;537;p22"/>
          <p:cNvSpPr txBox="1"/>
          <p:nvPr>
            <p:ph type="ctrTitle"/>
          </p:nvPr>
        </p:nvSpPr>
        <p:spPr>
          <a:xfrm>
            <a:off x="1648661" y="339645"/>
            <a:ext cx="10107910" cy="100255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rgbClr val="024793"/>
              </a:buClr>
              <a:buSzPts val="3100"/>
              <a:buFont typeface="Times New Roman"/>
              <a:buNone/>
            </a:pPr>
            <a:r>
              <a:rPr lang="en-US" sz="3100">
                <a:latin typeface="Times New Roman"/>
                <a:ea typeface="Times New Roman"/>
                <a:cs typeface="Times New Roman"/>
                <a:sym typeface="Times New Roman"/>
              </a:rPr>
              <a:t>ROBUST SECURITY: DEFENSE IN DEPTH (DID)</a:t>
            </a:r>
            <a:endParaRPr/>
          </a:p>
        </p:txBody>
      </p:sp>
      <p:sp>
        <p:nvSpPr>
          <p:cNvPr id="538" name="Google Shape;538;p22"/>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Clr>
                <a:schemeClr val="dk1"/>
              </a:buClr>
              <a:buSzPts val="1400"/>
              <a:buNone/>
            </a:pPr>
            <a:r>
              <a:rPr b="1" lang="en-US" sz="1400">
                <a:latin typeface="Times New Roman"/>
                <a:ea typeface="Times New Roman"/>
                <a:cs typeface="Times New Roman"/>
                <a:sym typeface="Times New Roman"/>
              </a:rPr>
              <a:t>Defense in Depth</a:t>
            </a:r>
            <a:r>
              <a:rPr lang="en-US" sz="1400">
                <a:latin typeface="Times New Roman"/>
                <a:ea typeface="Times New Roman"/>
                <a:cs typeface="Times New Roman"/>
                <a:sym typeface="Times New Roman"/>
              </a:rPr>
              <a:t> is a critical cybersecurity strategy in </a:t>
            </a:r>
            <a:r>
              <a:rPr b="1" lang="en-US" sz="1400">
                <a:latin typeface="Times New Roman"/>
                <a:ea typeface="Times New Roman"/>
                <a:cs typeface="Times New Roman"/>
                <a:sym typeface="Times New Roman"/>
              </a:rPr>
              <a:t>industrial control systems (ICS)</a:t>
            </a:r>
            <a:r>
              <a:rPr lang="en-US" sz="1400">
                <a:latin typeface="Times New Roman"/>
                <a:ea typeface="Times New Roman"/>
                <a:cs typeface="Times New Roman"/>
                <a:sym typeface="Times New Roman"/>
              </a:rPr>
              <a:t> and </a:t>
            </a:r>
            <a:r>
              <a:rPr b="1" lang="en-US" sz="1400">
                <a:latin typeface="Times New Roman"/>
                <a:ea typeface="Times New Roman"/>
                <a:cs typeface="Times New Roman"/>
                <a:sym typeface="Times New Roman"/>
              </a:rPr>
              <a:t>SCADA</a:t>
            </a:r>
            <a:r>
              <a:rPr lang="en-US" sz="1400">
                <a:latin typeface="Times New Roman"/>
                <a:ea typeface="Times New Roman"/>
                <a:cs typeface="Times New Roman"/>
                <a:sym typeface="Times New Roman"/>
              </a:rPr>
              <a:t> networks, designed to provide multiple layers of protection against cyber threats. In the context of industrial automation, defense in depth involves implementing overlapping security measures across different layers of the network from field devices to control systems and enterprise IT. This layered approach includes </a:t>
            </a:r>
            <a:r>
              <a:rPr b="1" lang="en-US" sz="1400">
                <a:latin typeface="Times New Roman"/>
                <a:ea typeface="Times New Roman"/>
                <a:cs typeface="Times New Roman"/>
                <a:sym typeface="Times New Roman"/>
              </a:rPr>
              <a:t>perimeter security</a:t>
            </a:r>
            <a:r>
              <a:rPr lang="en-US" sz="1400">
                <a:latin typeface="Times New Roman"/>
                <a:ea typeface="Times New Roman"/>
                <a:cs typeface="Times New Roman"/>
                <a:sym typeface="Times New Roman"/>
              </a:rPr>
              <a:t>, such as firewalls and network segmentation, to control traffic between </a:t>
            </a:r>
            <a:r>
              <a:rPr b="1" lang="en-US" sz="1400">
                <a:latin typeface="Times New Roman"/>
                <a:ea typeface="Times New Roman"/>
                <a:cs typeface="Times New Roman"/>
                <a:sym typeface="Times New Roman"/>
              </a:rPr>
              <a:t>IT</a:t>
            </a:r>
            <a:r>
              <a:rPr lang="en-US" sz="1400">
                <a:latin typeface="Times New Roman"/>
                <a:ea typeface="Times New Roman"/>
                <a:cs typeface="Times New Roman"/>
                <a:sym typeface="Times New Roman"/>
              </a:rPr>
              <a:t> and </a:t>
            </a:r>
            <a:r>
              <a:rPr b="1" lang="en-US" sz="1400">
                <a:latin typeface="Times New Roman"/>
                <a:ea typeface="Times New Roman"/>
                <a:cs typeface="Times New Roman"/>
                <a:sym typeface="Times New Roman"/>
              </a:rPr>
              <a:t>OT</a:t>
            </a:r>
            <a:r>
              <a:rPr lang="en-US" sz="1400">
                <a:latin typeface="Times New Roman"/>
                <a:ea typeface="Times New Roman"/>
                <a:cs typeface="Times New Roman"/>
                <a:sym typeface="Times New Roman"/>
              </a:rPr>
              <a:t> systems. It also incorporates </a:t>
            </a:r>
            <a:r>
              <a:rPr b="1" lang="en-US" sz="1400">
                <a:latin typeface="Times New Roman"/>
                <a:ea typeface="Times New Roman"/>
                <a:cs typeface="Times New Roman"/>
                <a:sym typeface="Times New Roman"/>
              </a:rPr>
              <a:t>endpoint protection</a:t>
            </a:r>
            <a:r>
              <a:rPr lang="en-US" sz="1400">
                <a:latin typeface="Times New Roman"/>
                <a:ea typeface="Times New Roman"/>
                <a:cs typeface="Times New Roman"/>
                <a:sym typeface="Times New Roman"/>
              </a:rPr>
              <a:t> for devices like </a:t>
            </a:r>
            <a:r>
              <a:rPr b="1" lang="en-US" sz="1400">
                <a:latin typeface="Times New Roman"/>
                <a:ea typeface="Times New Roman"/>
                <a:cs typeface="Times New Roman"/>
                <a:sym typeface="Times New Roman"/>
              </a:rPr>
              <a:t>PLCs</a:t>
            </a:r>
            <a:r>
              <a:rPr lang="en-US" sz="1400">
                <a:latin typeface="Times New Roman"/>
                <a:ea typeface="Times New Roman"/>
                <a:cs typeface="Times New Roman"/>
                <a:sym typeface="Times New Roman"/>
              </a:rPr>
              <a:t> and </a:t>
            </a:r>
            <a:r>
              <a:rPr b="1" lang="en-US" sz="1400">
                <a:latin typeface="Times New Roman"/>
                <a:ea typeface="Times New Roman"/>
                <a:cs typeface="Times New Roman"/>
                <a:sym typeface="Times New Roman"/>
              </a:rPr>
              <a:t>RTUs</a:t>
            </a:r>
            <a:r>
              <a:rPr lang="en-US" sz="1400">
                <a:latin typeface="Times New Roman"/>
                <a:ea typeface="Times New Roman"/>
                <a:cs typeface="Times New Roman"/>
                <a:sym typeface="Times New Roman"/>
              </a:rPr>
              <a:t>, ensuring they are equipped with secure firmware, strong authentication, and restricted access. Additionally, </a:t>
            </a:r>
            <a:r>
              <a:rPr b="1" lang="en-US" sz="1400">
                <a:latin typeface="Times New Roman"/>
                <a:ea typeface="Times New Roman"/>
                <a:cs typeface="Times New Roman"/>
                <a:sym typeface="Times New Roman"/>
              </a:rPr>
              <a:t>Intrusion Detection Systems (IDS)</a:t>
            </a:r>
            <a:r>
              <a:rPr lang="en-US" sz="1400">
                <a:latin typeface="Times New Roman"/>
                <a:ea typeface="Times New Roman"/>
                <a:cs typeface="Times New Roman"/>
                <a:sym typeface="Times New Roman"/>
              </a:rPr>
              <a:t> are deployed to monitor network traffic and identify potential threats in real-time.</a:t>
            </a:r>
            <a:endParaRPr/>
          </a:p>
          <a:p>
            <a:pPr indent="0" lvl="0" marL="0" rtl="0" algn="l">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The goal of defense in depth is to create redundancy in security. Even if one layer is breached, other layers continue to safeguard the system, delaying and complicating the attacker's progress. This approach provides critical time to detect, respond, and mitigate attacks, ensuring that the </a:t>
            </a:r>
            <a:r>
              <a:rPr b="1" lang="en-US" sz="1400">
                <a:latin typeface="Times New Roman"/>
                <a:ea typeface="Times New Roman"/>
                <a:cs typeface="Times New Roman"/>
                <a:sym typeface="Times New Roman"/>
              </a:rPr>
              <a:t>availability</a:t>
            </a:r>
            <a:r>
              <a:rPr lang="en-US" sz="1400">
                <a:latin typeface="Times New Roman"/>
                <a:ea typeface="Times New Roman"/>
                <a:cs typeface="Times New Roman"/>
                <a:sym typeface="Times New Roman"/>
              </a:rPr>
              <a:t>, </a:t>
            </a:r>
            <a:r>
              <a:rPr b="1" lang="en-US" sz="1400">
                <a:latin typeface="Times New Roman"/>
                <a:ea typeface="Times New Roman"/>
                <a:cs typeface="Times New Roman"/>
                <a:sym typeface="Times New Roman"/>
              </a:rPr>
              <a:t>integrity</a:t>
            </a:r>
            <a:r>
              <a:rPr lang="en-US" sz="1400">
                <a:latin typeface="Times New Roman"/>
                <a:ea typeface="Times New Roman"/>
                <a:cs typeface="Times New Roman"/>
                <a:sym typeface="Times New Roman"/>
              </a:rPr>
              <a:t>, and </a:t>
            </a:r>
            <a:r>
              <a:rPr b="1" lang="en-US" sz="1400">
                <a:latin typeface="Times New Roman"/>
                <a:ea typeface="Times New Roman"/>
                <a:cs typeface="Times New Roman"/>
                <a:sym typeface="Times New Roman"/>
              </a:rPr>
              <a:t>security</a:t>
            </a:r>
            <a:r>
              <a:rPr lang="en-US" sz="1400">
                <a:latin typeface="Times New Roman"/>
                <a:ea typeface="Times New Roman"/>
                <a:cs typeface="Times New Roman"/>
                <a:sym typeface="Times New Roman"/>
              </a:rPr>
              <a:t> of industrial systems are maintained. As </a:t>
            </a:r>
            <a:r>
              <a:rPr b="1" lang="en-US" sz="1400">
                <a:latin typeface="Times New Roman"/>
                <a:ea typeface="Times New Roman"/>
                <a:cs typeface="Times New Roman"/>
                <a:sym typeface="Times New Roman"/>
              </a:rPr>
              <a:t>Industry 4.0</a:t>
            </a:r>
            <a:r>
              <a:rPr lang="en-US" sz="1400">
                <a:latin typeface="Times New Roman"/>
                <a:ea typeface="Times New Roman"/>
                <a:cs typeface="Times New Roman"/>
                <a:sym typeface="Times New Roman"/>
              </a:rPr>
              <a:t> increases the convergence of </a:t>
            </a:r>
            <a:r>
              <a:rPr b="1" lang="en-US" sz="1400">
                <a:latin typeface="Times New Roman"/>
                <a:ea typeface="Times New Roman"/>
                <a:cs typeface="Times New Roman"/>
                <a:sym typeface="Times New Roman"/>
              </a:rPr>
              <a:t>IT and OT systems</a:t>
            </a:r>
            <a:r>
              <a:rPr lang="en-US" sz="1400">
                <a:latin typeface="Times New Roman"/>
                <a:ea typeface="Times New Roman"/>
                <a:cs typeface="Times New Roman"/>
                <a:sym typeface="Times New Roman"/>
              </a:rPr>
              <a:t>, this strategy becomes essential for protecting modern industrial infrastructures.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id="544" name="Google Shape;544;p23"/>
          <p:cNvPicPr preferRelativeResize="0"/>
          <p:nvPr>
            <p:ph idx="2" type="pic"/>
          </p:nvPr>
        </p:nvPicPr>
        <p:blipFill rotWithShape="1">
          <a:blip r:embed="rId3">
            <a:alphaModFix/>
          </a:blip>
          <a:srcRect b="41592" l="0" r="0" t="16936"/>
          <a:stretch/>
        </p:blipFill>
        <p:spPr>
          <a:xfrm>
            <a:off x="20" y="3482977"/>
            <a:ext cx="12191980" cy="3375025"/>
          </a:xfrm>
          <a:prstGeom prst="rect">
            <a:avLst/>
          </a:prstGeom>
          <a:noFill/>
          <a:ln>
            <a:noFill/>
          </a:ln>
        </p:spPr>
      </p:pic>
      <p:sp>
        <p:nvSpPr>
          <p:cNvPr id="545" name="Google Shape;545;p23"/>
          <p:cNvSpPr txBox="1"/>
          <p:nvPr>
            <p:ph idx="1" type="body"/>
          </p:nvPr>
        </p:nvSpPr>
        <p:spPr>
          <a:xfrm>
            <a:off x="5351244" y="339644"/>
            <a:ext cx="6002556" cy="28065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None/>
            </a:pPr>
            <a:r>
              <a:rPr lang="en-US">
                <a:latin typeface="Times New Roman"/>
                <a:ea typeface="Times New Roman"/>
                <a:cs typeface="Times New Roman"/>
                <a:sym typeface="Times New Roman"/>
              </a:rPr>
              <a:t>Analyzing High-Profile Attacks and Their Impact on Critical Infrastructure</a:t>
            </a:r>
            <a:endParaRPr>
              <a:latin typeface="Times New Roman"/>
              <a:ea typeface="Times New Roman"/>
              <a:cs typeface="Times New Roman"/>
              <a:sym typeface="Times New Roman"/>
            </a:endParaRPr>
          </a:p>
        </p:txBody>
      </p:sp>
      <p:sp>
        <p:nvSpPr>
          <p:cNvPr id="546" name="Google Shape;546;p23"/>
          <p:cNvSpPr txBox="1"/>
          <p:nvPr>
            <p:ph type="ctrTitle"/>
          </p:nvPr>
        </p:nvSpPr>
        <p:spPr>
          <a:xfrm>
            <a:off x="392623" y="339644"/>
            <a:ext cx="4179376" cy="2806512"/>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024793"/>
              </a:buClr>
              <a:buSzPts val="3700"/>
              <a:buFont typeface="Times New Roman"/>
              <a:buNone/>
            </a:pPr>
            <a:r>
              <a:rPr lang="en-US" sz="3700">
                <a:latin typeface="Times New Roman"/>
                <a:ea typeface="Times New Roman"/>
                <a:cs typeface="Times New Roman"/>
                <a:sym typeface="Times New Roman"/>
              </a:rPr>
              <a:t>REAL-WORLD CYBER THREATS TO ICS/SCADA: CASE STUDIES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pic>
        <p:nvPicPr>
          <p:cNvPr descr="A yellow smiley face with eye patch&#10;&#10;Description automatically generated" id="552" name="Google Shape;552;p24"/>
          <p:cNvPicPr preferRelativeResize="0"/>
          <p:nvPr/>
        </p:nvPicPr>
        <p:blipFill rotWithShape="1">
          <a:blip r:embed="rId3">
            <a:alphaModFix/>
          </a:blip>
          <a:srcRect b="0" l="0" r="0" t="0"/>
          <a:stretch/>
        </p:blipFill>
        <p:spPr>
          <a:xfrm rot="903848">
            <a:off x="4872050" y="479072"/>
            <a:ext cx="1159136" cy="652014"/>
          </a:xfrm>
          <a:prstGeom prst="rect">
            <a:avLst/>
          </a:prstGeom>
          <a:solidFill>
            <a:srgbClr val="FFFFFF"/>
          </a:solidFill>
          <a:ln>
            <a:noFill/>
          </a:ln>
        </p:spPr>
      </p:pic>
      <p:sp>
        <p:nvSpPr>
          <p:cNvPr id="553" name="Google Shape;553;p24"/>
          <p:cNvSpPr txBox="1"/>
          <p:nvPr>
            <p:ph type="ctrTitle"/>
          </p:nvPr>
        </p:nvSpPr>
        <p:spPr>
          <a:xfrm>
            <a:off x="1648661" y="339645"/>
            <a:ext cx="4890577" cy="100255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rgbClr val="024793"/>
              </a:buClr>
              <a:buSzPts val="3100"/>
              <a:buFont typeface="Times New Roman"/>
              <a:buNone/>
            </a:pPr>
            <a:r>
              <a:rPr lang="en-US" sz="3100">
                <a:latin typeface="Times New Roman"/>
                <a:ea typeface="Times New Roman"/>
                <a:cs typeface="Times New Roman"/>
                <a:sym typeface="Times New Roman"/>
              </a:rPr>
              <a:t>INDUSTROYER (CRASHOVERRIDE)</a:t>
            </a:r>
            <a:endParaRPr/>
          </a:p>
        </p:txBody>
      </p:sp>
      <p:sp>
        <p:nvSpPr>
          <p:cNvPr id="554" name="Google Shape;554;p24"/>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dk1"/>
              </a:buClr>
              <a:buSzPts val="1600"/>
              <a:buNone/>
            </a:pPr>
            <a:r>
              <a:rPr b="1" lang="en-US">
                <a:latin typeface="Times New Roman"/>
                <a:ea typeface="Times New Roman"/>
                <a:cs typeface="Times New Roman"/>
                <a:sym typeface="Times New Roman"/>
              </a:rPr>
              <a:t>Industroyer (CrashOverride)</a:t>
            </a:r>
            <a:r>
              <a:rPr lang="en-US">
                <a:latin typeface="Times New Roman"/>
                <a:ea typeface="Times New Roman"/>
                <a:cs typeface="Times New Roman"/>
                <a:sym typeface="Times New Roman"/>
              </a:rPr>
              <a:t>: Used in the 2016 Ukraine power grid attack, this malware exploited industrial communication protocols like </a:t>
            </a:r>
            <a:r>
              <a:rPr b="1" lang="en-US">
                <a:latin typeface="Times New Roman"/>
                <a:ea typeface="Times New Roman"/>
                <a:cs typeface="Times New Roman"/>
                <a:sym typeface="Times New Roman"/>
              </a:rPr>
              <a:t>IEC 104</a:t>
            </a:r>
            <a:r>
              <a:rPr lang="en-US">
                <a:latin typeface="Times New Roman"/>
                <a:ea typeface="Times New Roman"/>
                <a:cs typeface="Times New Roman"/>
                <a:sym typeface="Times New Roman"/>
              </a:rPr>
              <a:t> to remotely control circuit breakers, causing widespread blackouts​(</a:t>
            </a:r>
            <a:r>
              <a:rPr lang="en-US" u="sng">
                <a:solidFill>
                  <a:schemeClr val="hlink"/>
                </a:solidFill>
                <a:latin typeface="Times New Roman"/>
                <a:ea typeface="Times New Roman"/>
                <a:cs typeface="Times New Roman"/>
                <a:sym typeface="Times New Roman"/>
                <a:hlinkClick r:id="rId4"/>
              </a:rPr>
              <a:t>MITRE ATT&amp;CK</a:t>
            </a:r>
            <a:r>
              <a:rPr lang="en-US">
                <a:latin typeface="Times New Roman"/>
                <a:ea typeface="Times New Roman"/>
                <a:cs typeface="Times New Roman"/>
                <a:sym typeface="Times New Roman"/>
              </a:rPr>
              <a:t>).</a:t>
            </a:r>
            <a:endParaRPr/>
          </a:p>
          <a:p>
            <a:pPr indent="-101600" lvl="0" marL="0" rtl="0" algn="l">
              <a:lnSpc>
                <a:spcPct val="100000"/>
              </a:lnSpc>
              <a:spcBef>
                <a:spcPts val="1000"/>
              </a:spcBef>
              <a:spcAft>
                <a:spcPts val="0"/>
              </a:spcAft>
              <a:buClr>
                <a:schemeClr val="dk1"/>
              </a:buClr>
              <a:buSzPts val="1600"/>
              <a:buFont typeface="Arial"/>
              <a:buChar char="•"/>
            </a:pPr>
            <a:r>
              <a:rPr b="1" lang="en-US">
                <a:latin typeface="Times New Roman"/>
                <a:ea typeface="Times New Roman"/>
                <a:cs typeface="Times New Roman"/>
                <a:sym typeface="Times New Roman"/>
              </a:rPr>
              <a:t>MITRE ATT&amp;CK Techniques</a:t>
            </a:r>
            <a:r>
              <a:rPr lang="en-US">
                <a:latin typeface="Times New Roman"/>
                <a:ea typeface="Times New Roman"/>
                <a:cs typeface="Times New Roman"/>
                <a:sym typeface="Times New Roman"/>
              </a:rPr>
              <a:t>:</a:t>
            </a:r>
            <a:endParaRPr/>
          </a:p>
          <a:p>
            <a:pPr indent="-285750" lvl="1" marL="742950" rtl="0" algn="l">
              <a:lnSpc>
                <a:spcPct val="100000"/>
              </a:lnSpc>
              <a:spcBef>
                <a:spcPts val="500"/>
              </a:spcBef>
              <a:spcAft>
                <a:spcPts val="0"/>
              </a:spcAft>
              <a:buClr>
                <a:schemeClr val="dk1"/>
              </a:buClr>
              <a:buSzPts val="1600"/>
              <a:buFont typeface="Arial"/>
              <a:buChar char="•"/>
            </a:pPr>
            <a:r>
              <a:rPr b="1" lang="en-US">
                <a:latin typeface="Times New Roman"/>
                <a:ea typeface="Times New Roman"/>
                <a:cs typeface="Times New Roman"/>
                <a:sym typeface="Times New Roman"/>
              </a:rPr>
              <a:t>T0802 (Automated Collection)</a:t>
            </a:r>
            <a:r>
              <a:rPr lang="en-US">
                <a:latin typeface="Times New Roman"/>
                <a:ea typeface="Times New Roman"/>
                <a:cs typeface="Times New Roman"/>
                <a:sym typeface="Times New Roman"/>
              </a:rPr>
              <a:t>: Industroyer gathers protocol data to understand the target environment.</a:t>
            </a:r>
            <a:endParaRPr/>
          </a:p>
          <a:p>
            <a:pPr indent="-285750" lvl="1" marL="742950" rtl="0" algn="l">
              <a:lnSpc>
                <a:spcPct val="100000"/>
              </a:lnSpc>
              <a:spcBef>
                <a:spcPts val="500"/>
              </a:spcBef>
              <a:spcAft>
                <a:spcPts val="0"/>
              </a:spcAft>
              <a:buClr>
                <a:schemeClr val="dk1"/>
              </a:buClr>
              <a:buSzPts val="1600"/>
              <a:buFont typeface="Arial"/>
              <a:buChar char="•"/>
            </a:pPr>
            <a:r>
              <a:rPr b="1" lang="en-US">
                <a:latin typeface="Times New Roman"/>
                <a:ea typeface="Times New Roman"/>
                <a:cs typeface="Times New Roman"/>
                <a:sym typeface="Times New Roman"/>
              </a:rPr>
              <a:t>T0816 (Device Restart/Shut Down)</a:t>
            </a:r>
            <a:r>
              <a:rPr lang="en-US">
                <a:latin typeface="Times New Roman"/>
                <a:ea typeface="Times New Roman"/>
                <a:cs typeface="Times New Roman"/>
                <a:sym typeface="Times New Roman"/>
              </a:rPr>
              <a:t>: It can restart or shut down devices, leading to blackouts.</a:t>
            </a:r>
            <a:endParaRPr/>
          </a:p>
          <a:p>
            <a:pPr indent="-285750" lvl="1" marL="742950" rtl="0" algn="l">
              <a:lnSpc>
                <a:spcPct val="100000"/>
              </a:lnSpc>
              <a:spcBef>
                <a:spcPts val="500"/>
              </a:spcBef>
              <a:spcAft>
                <a:spcPts val="0"/>
              </a:spcAft>
              <a:buClr>
                <a:schemeClr val="dk1"/>
              </a:buClr>
              <a:buSzPts val="1600"/>
              <a:buFont typeface="Arial"/>
              <a:buChar char="•"/>
            </a:pPr>
            <a:r>
              <a:rPr b="1" lang="en-US">
                <a:latin typeface="Times New Roman"/>
                <a:ea typeface="Times New Roman"/>
                <a:cs typeface="Times New Roman"/>
                <a:sym typeface="Times New Roman"/>
              </a:rPr>
              <a:t>T0809 (Data Destruction)</a:t>
            </a:r>
            <a:r>
              <a:rPr lang="en-US">
                <a:latin typeface="Times New Roman"/>
                <a:ea typeface="Times New Roman"/>
                <a:cs typeface="Times New Roman"/>
                <a:sym typeface="Times New Roman"/>
              </a:rPr>
              <a:t>: Overwrites ICS configuration files to prevent system recovery​ (</a:t>
            </a:r>
            <a:r>
              <a:rPr lang="en-US" u="sng">
                <a:solidFill>
                  <a:schemeClr val="hlink"/>
                </a:solidFill>
                <a:latin typeface="Times New Roman"/>
                <a:ea typeface="Times New Roman"/>
                <a:cs typeface="Times New Roman"/>
                <a:sym typeface="Times New Roman"/>
                <a:hlinkClick r:id="rId5"/>
              </a:rPr>
              <a:t>MITRE ATT&amp;CK</a:t>
            </a:r>
            <a:r>
              <a:rPr lang="en-US">
                <a:latin typeface="Times New Roman"/>
                <a:ea typeface="Times New Roman"/>
                <a:cs typeface="Times New Roman"/>
                <a:sym typeface="Times New Roman"/>
              </a:rPr>
              <a:t>).</a:t>
            </a:r>
            <a:endParaRPr/>
          </a:p>
          <a:p>
            <a:pPr indent="0" lvl="0" marL="0" rtl="0" algn="l">
              <a:lnSpc>
                <a:spcPct val="100000"/>
              </a:lnSpc>
              <a:spcBef>
                <a:spcPts val="1000"/>
              </a:spcBef>
              <a:spcAft>
                <a:spcPts val="0"/>
              </a:spcAft>
              <a:buClr>
                <a:schemeClr val="dk1"/>
              </a:buClr>
              <a:buSzPts val="1600"/>
              <a:buNone/>
            </a:pPr>
            <a:r>
              <a:t/>
            </a:r>
            <a:endParaRPr>
              <a:latin typeface="Times New Roman"/>
              <a:ea typeface="Times New Roman"/>
              <a:cs typeface="Times New Roman"/>
              <a:sym typeface="Times New Roman"/>
            </a:endParaRPr>
          </a:p>
        </p:txBody>
      </p:sp>
      <p:pic>
        <p:nvPicPr>
          <p:cNvPr id="555" name="Google Shape;555;p24"/>
          <p:cNvPicPr preferRelativeResize="0"/>
          <p:nvPr/>
        </p:nvPicPr>
        <p:blipFill rotWithShape="1">
          <a:blip r:embed="rId6">
            <a:alphaModFix/>
          </a:blip>
          <a:srcRect b="0" l="0" r="0" t="0"/>
          <a:stretch/>
        </p:blipFill>
        <p:spPr>
          <a:xfrm>
            <a:off x="7017032" y="2309813"/>
            <a:ext cx="4667250" cy="2341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pic>
        <p:nvPicPr>
          <p:cNvPr id="561" name="Google Shape;561;p25"/>
          <p:cNvPicPr preferRelativeResize="0"/>
          <p:nvPr/>
        </p:nvPicPr>
        <p:blipFill rotWithShape="1">
          <a:blip r:embed="rId3">
            <a:alphaModFix/>
          </a:blip>
          <a:srcRect b="0" l="0" r="0" t="0"/>
          <a:stretch/>
        </p:blipFill>
        <p:spPr>
          <a:xfrm>
            <a:off x="6866895" y="813998"/>
            <a:ext cx="5198641" cy="2274405"/>
          </a:xfrm>
          <a:prstGeom prst="rect">
            <a:avLst/>
          </a:prstGeom>
          <a:solidFill>
            <a:srgbClr val="FFFFFF"/>
          </a:solidFill>
          <a:ln>
            <a:noFill/>
          </a:ln>
        </p:spPr>
      </p:pic>
      <p:sp>
        <p:nvSpPr>
          <p:cNvPr id="562" name="Google Shape;562;p25"/>
          <p:cNvSpPr txBox="1"/>
          <p:nvPr>
            <p:ph type="ctrTitle"/>
          </p:nvPr>
        </p:nvSpPr>
        <p:spPr>
          <a:xfrm>
            <a:off x="3857897" y="339645"/>
            <a:ext cx="2681341" cy="1002552"/>
          </a:xfrm>
          <a:prstGeom prst="rect">
            <a:avLst/>
          </a:prstGeom>
          <a:noFill/>
          <a:ln>
            <a:noFill/>
          </a:ln>
        </p:spPr>
        <p:txBody>
          <a:bodyPr anchorCtr="0" anchor="b" bIns="45700" lIns="0" spcFirstLastPara="1" rIns="0" wrap="square" tIns="45700">
            <a:normAutofit fontScale="90000"/>
          </a:bodyPr>
          <a:lstStyle/>
          <a:p>
            <a:pPr indent="0" lvl="0" marL="0" rtl="0" algn="l">
              <a:lnSpc>
                <a:spcPct val="90000"/>
              </a:lnSpc>
              <a:spcBef>
                <a:spcPts val="0"/>
              </a:spcBef>
              <a:spcAft>
                <a:spcPts val="0"/>
              </a:spcAft>
              <a:buClr>
                <a:srgbClr val="024793"/>
              </a:buClr>
              <a:buSzPct val="100000"/>
              <a:buFont typeface="Times New Roman"/>
              <a:buNone/>
            </a:pPr>
            <a:r>
              <a:rPr lang="en-US">
                <a:latin typeface="Times New Roman"/>
                <a:ea typeface="Times New Roman"/>
                <a:cs typeface="Times New Roman"/>
                <a:sym typeface="Times New Roman"/>
              </a:rPr>
              <a:t>		  (TRISIS)</a:t>
            </a:r>
            <a:endParaRPr/>
          </a:p>
        </p:txBody>
      </p:sp>
      <p:sp>
        <p:nvSpPr>
          <p:cNvPr id="563" name="Google Shape;563;p25"/>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dk1"/>
              </a:buClr>
              <a:buSzPts val="1600"/>
              <a:buNone/>
            </a:pPr>
            <a:r>
              <a:rPr b="1" lang="en-US">
                <a:latin typeface="Times New Roman"/>
                <a:ea typeface="Times New Roman"/>
                <a:cs typeface="Times New Roman"/>
                <a:sym typeface="Times New Roman"/>
              </a:rPr>
              <a:t>Triton (TRISIS)</a:t>
            </a:r>
            <a:r>
              <a:rPr lang="en-US">
                <a:latin typeface="Times New Roman"/>
                <a:ea typeface="Times New Roman"/>
                <a:cs typeface="Times New Roman"/>
                <a:sym typeface="Times New Roman"/>
              </a:rPr>
              <a:t>: Targeted </a:t>
            </a:r>
            <a:r>
              <a:rPr b="1" lang="en-US">
                <a:latin typeface="Times New Roman"/>
                <a:ea typeface="Times New Roman"/>
                <a:cs typeface="Times New Roman"/>
                <a:sym typeface="Times New Roman"/>
              </a:rPr>
              <a:t>Safety Instrumented Systems (SIS)</a:t>
            </a:r>
            <a:r>
              <a:rPr lang="en-US">
                <a:latin typeface="Times New Roman"/>
                <a:ea typeface="Times New Roman"/>
                <a:cs typeface="Times New Roman"/>
                <a:sym typeface="Times New Roman"/>
              </a:rPr>
              <a:t> in a petrochemical plant, attempting to disable safety protocols and create hazardous operating conditions​ (</a:t>
            </a:r>
            <a:r>
              <a:rPr lang="en-US" u="sng">
                <a:solidFill>
                  <a:schemeClr val="hlink"/>
                </a:solidFill>
                <a:latin typeface="Times New Roman"/>
                <a:ea typeface="Times New Roman"/>
                <a:cs typeface="Times New Roman"/>
                <a:sym typeface="Times New Roman"/>
                <a:hlinkClick r:id="rId4"/>
              </a:rPr>
              <a:t>MITRE ATT&amp;CK</a:t>
            </a:r>
            <a:r>
              <a:rPr lang="en-US">
                <a:latin typeface="Times New Roman"/>
                <a:ea typeface="Times New Roman"/>
                <a:cs typeface="Times New Roman"/>
                <a:sym typeface="Times New Roman"/>
              </a:rPr>
              <a:t> and </a:t>
            </a:r>
            <a:r>
              <a:rPr lang="en-US" u="sng">
                <a:solidFill>
                  <a:schemeClr val="hlink"/>
                </a:solidFill>
                <a:latin typeface="Times New Roman"/>
                <a:ea typeface="Times New Roman"/>
                <a:cs typeface="Times New Roman"/>
                <a:sym typeface="Times New Roman"/>
                <a:hlinkClick r:id="rId5"/>
              </a:rPr>
              <a:t>MITRE ATT&amp;CK</a:t>
            </a:r>
            <a:r>
              <a:rPr lang="en-US">
                <a:latin typeface="Times New Roman"/>
                <a:ea typeface="Times New Roman"/>
                <a:cs typeface="Times New Roman"/>
                <a:sym typeface="Times New Roman"/>
              </a:rPr>
              <a:t>).</a:t>
            </a:r>
            <a:endParaRPr/>
          </a:p>
          <a:p>
            <a:pPr indent="-101600" lvl="0" marL="0" rtl="0" algn="l">
              <a:lnSpc>
                <a:spcPct val="100000"/>
              </a:lnSpc>
              <a:spcBef>
                <a:spcPts val="1000"/>
              </a:spcBef>
              <a:spcAft>
                <a:spcPts val="0"/>
              </a:spcAft>
              <a:buClr>
                <a:schemeClr val="dk1"/>
              </a:buClr>
              <a:buSzPts val="1600"/>
              <a:buFont typeface="Arial"/>
              <a:buChar char="•"/>
            </a:pPr>
            <a:r>
              <a:rPr b="1" lang="en-US">
                <a:latin typeface="Times New Roman"/>
                <a:ea typeface="Times New Roman"/>
                <a:cs typeface="Times New Roman"/>
                <a:sym typeface="Times New Roman"/>
              </a:rPr>
              <a:t>MITRE ATT&amp;CK Techniques</a:t>
            </a:r>
            <a:r>
              <a:rPr lang="en-US">
                <a:latin typeface="Times New Roman"/>
                <a:ea typeface="Times New Roman"/>
                <a:cs typeface="Times New Roman"/>
                <a:sym typeface="Times New Roman"/>
              </a:rPr>
              <a:t>:</a:t>
            </a:r>
            <a:endParaRPr/>
          </a:p>
          <a:p>
            <a:pPr indent="-285750" lvl="1" marL="742950" rtl="0" algn="l">
              <a:lnSpc>
                <a:spcPct val="100000"/>
              </a:lnSpc>
              <a:spcBef>
                <a:spcPts val="500"/>
              </a:spcBef>
              <a:spcAft>
                <a:spcPts val="0"/>
              </a:spcAft>
              <a:buClr>
                <a:schemeClr val="dk1"/>
              </a:buClr>
              <a:buSzPts val="1600"/>
              <a:buFont typeface="Arial"/>
              <a:buChar char="•"/>
            </a:pPr>
            <a:r>
              <a:rPr b="1" lang="en-US">
                <a:latin typeface="Times New Roman"/>
                <a:ea typeface="Times New Roman"/>
                <a:cs typeface="Times New Roman"/>
                <a:sym typeface="Times New Roman"/>
              </a:rPr>
              <a:t>T0890 (Privilege Escalation)</a:t>
            </a:r>
            <a:r>
              <a:rPr lang="en-US">
                <a:latin typeface="Times New Roman"/>
                <a:ea typeface="Times New Roman"/>
                <a:cs typeface="Times New Roman"/>
                <a:sym typeface="Times New Roman"/>
              </a:rPr>
              <a:t>: Triton exploits Triconex SIS controllers to gain system-level access.</a:t>
            </a:r>
            <a:endParaRPr/>
          </a:p>
          <a:p>
            <a:pPr indent="-285750" lvl="1" marL="742950" rtl="0" algn="l">
              <a:lnSpc>
                <a:spcPct val="100000"/>
              </a:lnSpc>
              <a:spcBef>
                <a:spcPts val="500"/>
              </a:spcBef>
              <a:spcAft>
                <a:spcPts val="0"/>
              </a:spcAft>
              <a:buClr>
                <a:schemeClr val="dk1"/>
              </a:buClr>
              <a:buSzPts val="1600"/>
              <a:buFont typeface="Arial"/>
              <a:buChar char="•"/>
            </a:pPr>
            <a:r>
              <a:rPr b="1" lang="en-US">
                <a:latin typeface="Times New Roman"/>
                <a:ea typeface="Times New Roman"/>
                <a:cs typeface="Times New Roman"/>
                <a:sym typeface="Times New Roman"/>
              </a:rPr>
              <a:t>T0843 (Program Download)</a:t>
            </a:r>
            <a:r>
              <a:rPr lang="en-US">
                <a:latin typeface="Times New Roman"/>
                <a:ea typeface="Times New Roman"/>
                <a:cs typeface="Times New Roman"/>
                <a:sym typeface="Times New Roman"/>
              </a:rPr>
              <a:t>: It downloads malicious logic into SIS controllers, compromising safety processes​(</a:t>
            </a:r>
            <a:r>
              <a:rPr lang="en-US" u="sng">
                <a:solidFill>
                  <a:schemeClr val="hlink"/>
                </a:solidFill>
                <a:latin typeface="Times New Roman"/>
                <a:ea typeface="Times New Roman"/>
                <a:cs typeface="Times New Roman"/>
                <a:sym typeface="Times New Roman"/>
                <a:hlinkClick r:id="rId6"/>
              </a:rPr>
              <a:t>MITRE ATT&amp;CK</a:t>
            </a:r>
            <a:r>
              <a:rPr lang="en-US">
                <a:latin typeface="Times New Roman"/>
                <a:ea typeface="Times New Roman"/>
                <a:cs typeface="Times New Roman"/>
                <a:sym typeface="Times New Roman"/>
              </a:rPr>
              <a:t>).</a:t>
            </a:r>
            <a:endParaRPr/>
          </a:p>
        </p:txBody>
      </p:sp>
      <p:pic>
        <p:nvPicPr>
          <p:cNvPr id="564" name="Google Shape;564;p25"/>
          <p:cNvPicPr preferRelativeResize="0"/>
          <p:nvPr/>
        </p:nvPicPr>
        <p:blipFill rotWithShape="1">
          <a:blip r:embed="rId7">
            <a:alphaModFix/>
          </a:blip>
          <a:srcRect b="0" l="0" r="0" t="0"/>
          <a:stretch/>
        </p:blipFill>
        <p:spPr>
          <a:xfrm>
            <a:off x="7188737" y="3088403"/>
            <a:ext cx="4554959" cy="3267946"/>
          </a:xfrm>
          <a:prstGeom prst="rect">
            <a:avLst/>
          </a:prstGeom>
          <a:noFill/>
          <a:ln>
            <a:noFill/>
          </a:ln>
        </p:spPr>
      </p:pic>
      <p:pic>
        <p:nvPicPr>
          <p:cNvPr descr="Triton Malware Can Remotely Target Critical Infrastructure | by Skybox  Security | Medium" id="565" name="Google Shape;565;p25"/>
          <p:cNvPicPr preferRelativeResize="0"/>
          <p:nvPr/>
        </p:nvPicPr>
        <p:blipFill rotWithShape="1">
          <a:blip r:embed="rId8">
            <a:alphaModFix/>
          </a:blip>
          <a:srcRect b="0" l="0" r="0" t="0"/>
          <a:stretch/>
        </p:blipFill>
        <p:spPr>
          <a:xfrm>
            <a:off x="1248582" y="177443"/>
            <a:ext cx="2842288" cy="127310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descr="The basic shellcode flow." id="571" name="Google Shape;571;p26"/>
          <p:cNvPicPr preferRelativeResize="0"/>
          <p:nvPr/>
        </p:nvPicPr>
        <p:blipFill rotWithShape="1">
          <a:blip r:embed="rId3">
            <a:alphaModFix/>
          </a:blip>
          <a:srcRect b="0" l="0" r="0" t="0"/>
          <a:stretch/>
        </p:blipFill>
        <p:spPr>
          <a:xfrm>
            <a:off x="3489802" y="4687186"/>
            <a:ext cx="1202136" cy="2043632"/>
          </a:xfrm>
          <a:prstGeom prst="rect">
            <a:avLst/>
          </a:prstGeom>
          <a:solidFill>
            <a:srgbClr val="FFFFFF"/>
          </a:solidFill>
          <a:ln>
            <a:noFill/>
          </a:ln>
        </p:spPr>
      </p:pic>
      <p:sp>
        <p:nvSpPr>
          <p:cNvPr id="572" name="Google Shape;572;p26"/>
          <p:cNvSpPr txBox="1"/>
          <p:nvPr>
            <p:ph type="ctrTitle"/>
          </p:nvPr>
        </p:nvSpPr>
        <p:spPr>
          <a:xfrm>
            <a:off x="1648661" y="339645"/>
            <a:ext cx="4890577" cy="100255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rgbClr val="024793"/>
              </a:buClr>
              <a:buSzPts val="3100"/>
              <a:buFont typeface="Times New Roman"/>
              <a:buNone/>
            </a:pPr>
            <a:r>
              <a:rPr lang="en-US" sz="3100">
                <a:latin typeface="Times New Roman"/>
                <a:ea typeface="Times New Roman"/>
                <a:cs typeface="Times New Roman"/>
                <a:sym typeface="Times New Roman"/>
              </a:rPr>
              <a:t>INCONTROLLER (PIPEDREAM)</a:t>
            </a:r>
            <a:endParaRPr/>
          </a:p>
        </p:txBody>
      </p:sp>
      <p:sp>
        <p:nvSpPr>
          <p:cNvPr id="573" name="Google Shape;573;p26"/>
          <p:cNvSpPr txBox="1"/>
          <p:nvPr>
            <p:ph idx="1" type="body"/>
          </p:nvPr>
        </p:nvSpPr>
        <p:spPr>
          <a:xfrm>
            <a:off x="1645581" y="1507066"/>
            <a:ext cx="4890578" cy="4849283"/>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dk1"/>
              </a:buClr>
              <a:buSzPts val="1600"/>
              <a:buNone/>
            </a:pPr>
            <a:r>
              <a:rPr b="1" lang="en-US">
                <a:latin typeface="Times New Roman"/>
                <a:ea typeface="Times New Roman"/>
                <a:cs typeface="Times New Roman"/>
                <a:sym typeface="Times New Roman"/>
              </a:rPr>
              <a:t>INCONTROLLER (PIPEDREAM)</a:t>
            </a:r>
            <a:r>
              <a:rPr lang="en-US">
                <a:latin typeface="Times New Roman"/>
                <a:ea typeface="Times New Roman"/>
                <a:cs typeface="Times New Roman"/>
                <a:sym typeface="Times New Roman"/>
              </a:rPr>
              <a:t>: A scalable and cross-industry ICS malware discovered in 2022, capable of targeting </a:t>
            </a:r>
            <a:r>
              <a:rPr b="1" lang="en-US">
                <a:latin typeface="Times New Roman"/>
                <a:ea typeface="Times New Roman"/>
                <a:cs typeface="Times New Roman"/>
                <a:sym typeface="Times New Roman"/>
              </a:rPr>
              <a:t>Schneider Electric</a:t>
            </a:r>
            <a:r>
              <a:rPr lang="en-US">
                <a:latin typeface="Times New Roman"/>
                <a:ea typeface="Times New Roman"/>
                <a:cs typeface="Times New Roman"/>
                <a:sym typeface="Times New Roman"/>
              </a:rPr>
              <a:t> and </a:t>
            </a:r>
            <a:r>
              <a:rPr b="1" lang="en-US">
                <a:latin typeface="Times New Roman"/>
                <a:ea typeface="Times New Roman"/>
                <a:cs typeface="Times New Roman"/>
                <a:sym typeface="Times New Roman"/>
              </a:rPr>
              <a:t>Omron</a:t>
            </a:r>
            <a:r>
              <a:rPr lang="en-US">
                <a:latin typeface="Times New Roman"/>
                <a:ea typeface="Times New Roman"/>
                <a:cs typeface="Times New Roman"/>
                <a:sym typeface="Times New Roman"/>
              </a:rPr>
              <a:t> PLCs​(</a:t>
            </a:r>
            <a:r>
              <a:rPr lang="en-US" u="sng">
                <a:solidFill>
                  <a:schemeClr val="hlink"/>
                </a:solidFill>
                <a:latin typeface="Times New Roman"/>
                <a:ea typeface="Times New Roman"/>
                <a:cs typeface="Times New Roman"/>
                <a:sym typeface="Times New Roman"/>
                <a:hlinkClick r:id="rId4"/>
              </a:rPr>
              <a:t>MITRE ATT&amp;CK</a:t>
            </a:r>
            <a:r>
              <a:rPr lang="en-US">
                <a:latin typeface="Times New Roman"/>
                <a:ea typeface="Times New Roman"/>
                <a:cs typeface="Times New Roman"/>
                <a:sym typeface="Times New Roman"/>
              </a:rPr>
              <a:t>).</a:t>
            </a:r>
            <a:endParaRPr/>
          </a:p>
          <a:p>
            <a:pPr indent="-101600" lvl="0" marL="0" rtl="0" algn="l">
              <a:lnSpc>
                <a:spcPct val="100000"/>
              </a:lnSpc>
              <a:spcBef>
                <a:spcPts val="1000"/>
              </a:spcBef>
              <a:spcAft>
                <a:spcPts val="0"/>
              </a:spcAft>
              <a:buClr>
                <a:schemeClr val="dk1"/>
              </a:buClr>
              <a:buSzPts val="1600"/>
              <a:buFont typeface="Arial"/>
              <a:buChar char="•"/>
            </a:pPr>
            <a:r>
              <a:rPr b="1" lang="en-US">
                <a:latin typeface="Times New Roman"/>
                <a:ea typeface="Times New Roman"/>
                <a:cs typeface="Times New Roman"/>
                <a:sym typeface="Times New Roman"/>
              </a:rPr>
              <a:t>MITRE ATT&amp;CK Techniques</a:t>
            </a:r>
            <a:r>
              <a:rPr lang="en-US">
                <a:latin typeface="Times New Roman"/>
                <a:ea typeface="Times New Roman"/>
                <a:cs typeface="Times New Roman"/>
                <a:sym typeface="Times New Roman"/>
              </a:rPr>
              <a:t>:</a:t>
            </a:r>
            <a:endParaRPr/>
          </a:p>
          <a:p>
            <a:pPr indent="-285750" lvl="1" marL="742950" rtl="0" algn="l">
              <a:lnSpc>
                <a:spcPct val="100000"/>
              </a:lnSpc>
              <a:spcBef>
                <a:spcPts val="500"/>
              </a:spcBef>
              <a:spcAft>
                <a:spcPts val="0"/>
              </a:spcAft>
              <a:buClr>
                <a:schemeClr val="dk1"/>
              </a:buClr>
              <a:buSzPts val="1600"/>
              <a:buFont typeface="Arial"/>
              <a:buChar char="•"/>
            </a:pPr>
            <a:r>
              <a:rPr b="1" lang="en-US">
                <a:latin typeface="Times New Roman"/>
                <a:ea typeface="Times New Roman"/>
                <a:cs typeface="Times New Roman"/>
                <a:sym typeface="Times New Roman"/>
              </a:rPr>
              <a:t>T0845 (Program Upload/Download)</a:t>
            </a:r>
            <a:r>
              <a:rPr lang="en-US">
                <a:latin typeface="Times New Roman"/>
                <a:ea typeface="Times New Roman"/>
                <a:cs typeface="Times New Roman"/>
                <a:sym typeface="Times New Roman"/>
              </a:rPr>
              <a:t>: INCONTROLLER can upload and download control logic to/from PLCs using the </a:t>
            </a:r>
            <a:r>
              <a:rPr b="1" lang="en-US">
                <a:latin typeface="Times New Roman"/>
                <a:ea typeface="Times New Roman"/>
                <a:cs typeface="Times New Roman"/>
                <a:sym typeface="Times New Roman"/>
              </a:rPr>
              <a:t>CODESYS</a:t>
            </a:r>
            <a:r>
              <a:rPr lang="en-US">
                <a:latin typeface="Times New Roman"/>
                <a:ea typeface="Times New Roman"/>
                <a:cs typeface="Times New Roman"/>
                <a:sym typeface="Times New Roman"/>
              </a:rPr>
              <a:t> protocol.</a:t>
            </a:r>
            <a:endParaRPr/>
          </a:p>
          <a:p>
            <a:pPr indent="-285750" lvl="1" marL="742950" rtl="0" algn="l">
              <a:lnSpc>
                <a:spcPct val="100000"/>
              </a:lnSpc>
              <a:spcBef>
                <a:spcPts val="500"/>
              </a:spcBef>
              <a:spcAft>
                <a:spcPts val="0"/>
              </a:spcAft>
              <a:buClr>
                <a:schemeClr val="dk1"/>
              </a:buClr>
              <a:buSzPts val="1600"/>
              <a:buFont typeface="Arial"/>
              <a:buChar char="•"/>
            </a:pPr>
            <a:r>
              <a:rPr b="1" lang="en-US">
                <a:latin typeface="Times New Roman"/>
                <a:ea typeface="Times New Roman"/>
                <a:cs typeface="Times New Roman"/>
                <a:sym typeface="Times New Roman"/>
              </a:rPr>
              <a:t>T0890 (Exploitation for Privilege Escalation)</a:t>
            </a:r>
            <a:r>
              <a:rPr lang="en-US">
                <a:latin typeface="Times New Roman"/>
                <a:ea typeface="Times New Roman"/>
                <a:cs typeface="Times New Roman"/>
                <a:sym typeface="Times New Roman"/>
              </a:rPr>
              <a:t>: It exploits known vulnerabilities in Omron PLCs to install malicious drivers​(</a:t>
            </a:r>
            <a:r>
              <a:rPr lang="en-US" u="sng">
                <a:solidFill>
                  <a:schemeClr val="hlink"/>
                </a:solidFill>
                <a:latin typeface="Times New Roman"/>
                <a:ea typeface="Times New Roman"/>
                <a:cs typeface="Times New Roman"/>
                <a:sym typeface="Times New Roman"/>
                <a:hlinkClick r:id="rId5"/>
              </a:rPr>
              <a:t>MITRE ATT&amp;CK</a:t>
            </a:r>
            <a:r>
              <a:rPr lang="en-US">
                <a:latin typeface="Times New Roman"/>
                <a:ea typeface="Times New Roman"/>
                <a:cs typeface="Times New Roman"/>
                <a:sym typeface="Times New Roman"/>
              </a:rPr>
              <a:t>).</a:t>
            </a:r>
            <a:endParaRPr/>
          </a:p>
        </p:txBody>
      </p:sp>
      <p:pic>
        <p:nvPicPr>
          <p:cNvPr descr="Figure 2: The digital signature of the driver expired in 2017 is signed by ASR" id="574" name="Google Shape;574;p26"/>
          <p:cNvPicPr preferRelativeResize="0"/>
          <p:nvPr/>
        </p:nvPicPr>
        <p:blipFill rotWithShape="1">
          <a:blip r:embed="rId6">
            <a:alphaModFix/>
          </a:blip>
          <a:srcRect b="0" l="0" r="0" t="0"/>
          <a:stretch/>
        </p:blipFill>
        <p:spPr>
          <a:xfrm>
            <a:off x="7064192" y="1342197"/>
            <a:ext cx="4910558" cy="520451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27"/>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LESSONS LEARNED: DEFENSIVE STRATEGIES USING MITRE ATT&amp;CK INSIGHTS</a:t>
            </a:r>
            <a:endParaRPr/>
          </a:p>
        </p:txBody>
      </p:sp>
      <p:sp>
        <p:nvSpPr>
          <p:cNvPr id="581" name="Google Shape;581;p27"/>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Clr>
                <a:schemeClr val="dk1"/>
              </a:buClr>
              <a:buSzPts val="1000"/>
              <a:buNone/>
            </a:pPr>
            <a:r>
              <a:rPr b="1" lang="en-US" sz="1000">
                <a:latin typeface="Times New Roman"/>
                <a:ea typeface="Times New Roman"/>
                <a:cs typeface="Times New Roman"/>
                <a:sym typeface="Times New Roman"/>
              </a:rPr>
              <a:t>CrashOverride (Industroyer)</a:t>
            </a:r>
            <a:endParaRPr/>
          </a:p>
          <a:p>
            <a:pPr indent="-171450" lvl="0" marL="171450" rtl="0" algn="l">
              <a:lnSpc>
                <a:spcPct val="100000"/>
              </a:lnSpc>
              <a:spcBef>
                <a:spcPts val="1000"/>
              </a:spcBef>
              <a:spcAft>
                <a:spcPts val="0"/>
              </a:spcAft>
              <a:buClr>
                <a:schemeClr val="dk1"/>
              </a:buClr>
              <a:buSzPts val="1000"/>
              <a:buFont typeface="Arial"/>
              <a:buChar char="•"/>
            </a:pPr>
            <a:r>
              <a:rPr lang="en-US" sz="1000" u="sng">
                <a:latin typeface="Times New Roman"/>
                <a:ea typeface="Times New Roman"/>
                <a:cs typeface="Times New Roman"/>
                <a:sym typeface="Times New Roman"/>
              </a:rPr>
              <a:t>Remediation:</a:t>
            </a:r>
            <a:endParaRPr/>
          </a:p>
          <a:p>
            <a:pPr indent="-171450" lvl="1" marL="628650" rtl="0" algn="l">
              <a:lnSpc>
                <a:spcPct val="100000"/>
              </a:lnSpc>
              <a:spcBef>
                <a:spcPts val="500"/>
              </a:spcBef>
              <a:spcAft>
                <a:spcPts val="0"/>
              </a:spcAft>
              <a:buClr>
                <a:schemeClr val="dk1"/>
              </a:buClr>
              <a:buSzPts val="1000"/>
              <a:buFont typeface="Arial"/>
              <a:buChar char="•"/>
            </a:pPr>
            <a:r>
              <a:rPr lang="en-US" sz="1000">
                <a:latin typeface="Times New Roman"/>
                <a:ea typeface="Times New Roman"/>
                <a:cs typeface="Times New Roman"/>
                <a:sym typeface="Times New Roman"/>
              </a:rPr>
              <a:t>Network Segmentation (T0869): Isolate networks that manage critical infrastructure such as power grids. Implement strong boundary defenses between IT and OT networks, ensuring proper segmentation between corporate and industrial control system environments​.</a:t>
            </a:r>
            <a:endParaRPr/>
          </a:p>
          <a:p>
            <a:pPr indent="-171450" lvl="1" marL="628650" rtl="0" algn="l">
              <a:lnSpc>
                <a:spcPct val="100000"/>
              </a:lnSpc>
              <a:spcBef>
                <a:spcPts val="500"/>
              </a:spcBef>
              <a:spcAft>
                <a:spcPts val="0"/>
              </a:spcAft>
              <a:buClr>
                <a:schemeClr val="dk1"/>
              </a:buClr>
              <a:buSzPts val="1000"/>
              <a:buFont typeface="Arial"/>
              <a:buChar char="•"/>
            </a:pPr>
            <a:r>
              <a:rPr lang="en-US" sz="1000">
                <a:latin typeface="Times New Roman"/>
                <a:ea typeface="Times New Roman"/>
                <a:cs typeface="Times New Roman"/>
                <a:sym typeface="Times New Roman"/>
              </a:rPr>
              <a:t>Incident Response Plan (T0847): Develop detailed incident response procedures that specifically address ICS attack scenarios such as the one used in Ukraine's blackout. Include predefined recovery actions for devices like circuit breakers and switches that could be remotely manipulated by attackers​.</a:t>
            </a:r>
            <a:endParaRPr/>
          </a:p>
          <a:p>
            <a:pPr indent="-171450" lvl="0" marL="171450" rtl="0" algn="l">
              <a:lnSpc>
                <a:spcPct val="100000"/>
              </a:lnSpc>
              <a:spcBef>
                <a:spcPts val="1000"/>
              </a:spcBef>
              <a:spcAft>
                <a:spcPts val="0"/>
              </a:spcAft>
              <a:buClr>
                <a:schemeClr val="dk1"/>
              </a:buClr>
              <a:buSzPts val="1000"/>
              <a:buFont typeface="Arial"/>
              <a:buChar char="•"/>
            </a:pPr>
            <a:r>
              <a:rPr lang="en-US" sz="1000">
                <a:latin typeface="Times New Roman"/>
                <a:ea typeface="Times New Roman"/>
                <a:cs typeface="Times New Roman"/>
                <a:sym typeface="Times New Roman"/>
              </a:rPr>
              <a:t>Lesson Learned: CrashOverride was able to exploit ICS protocols to directly control breakers, causing blackouts. Stronger network segmentation and incident planning would reduce such risks.</a:t>
            </a:r>
            <a:endParaRPr/>
          </a:p>
          <a:p>
            <a:pPr indent="0" lvl="0" marL="0" rtl="0" algn="l">
              <a:lnSpc>
                <a:spcPct val="100000"/>
              </a:lnSpc>
              <a:spcBef>
                <a:spcPts val="1000"/>
              </a:spcBef>
              <a:spcAft>
                <a:spcPts val="0"/>
              </a:spcAft>
              <a:buClr>
                <a:schemeClr val="dk1"/>
              </a:buClr>
              <a:buSzPts val="1000"/>
              <a:buNone/>
            </a:pPr>
            <a:r>
              <a:rPr b="1" lang="en-US" sz="1000">
                <a:latin typeface="Times New Roman"/>
                <a:ea typeface="Times New Roman"/>
                <a:cs typeface="Times New Roman"/>
                <a:sym typeface="Times New Roman"/>
              </a:rPr>
              <a:t>Triton/Trisis</a:t>
            </a:r>
            <a:endParaRPr b="1" sz="1000">
              <a:latin typeface="Times New Roman"/>
              <a:ea typeface="Times New Roman"/>
              <a:cs typeface="Times New Roman"/>
              <a:sym typeface="Times New Roman"/>
            </a:endParaRPr>
          </a:p>
          <a:p>
            <a:pPr indent="-171450" lvl="0" marL="171450" rtl="0" algn="l">
              <a:lnSpc>
                <a:spcPct val="100000"/>
              </a:lnSpc>
              <a:spcBef>
                <a:spcPts val="1000"/>
              </a:spcBef>
              <a:spcAft>
                <a:spcPts val="0"/>
              </a:spcAft>
              <a:buClr>
                <a:schemeClr val="dk1"/>
              </a:buClr>
              <a:buSzPts val="1000"/>
              <a:buFont typeface="Arial"/>
              <a:buChar char="•"/>
            </a:pPr>
            <a:r>
              <a:rPr lang="en-US" sz="1000" u="sng">
                <a:latin typeface="Times New Roman"/>
                <a:ea typeface="Times New Roman"/>
                <a:cs typeface="Times New Roman"/>
                <a:sym typeface="Times New Roman"/>
              </a:rPr>
              <a:t>Remediation:</a:t>
            </a:r>
            <a:endParaRPr/>
          </a:p>
          <a:p>
            <a:pPr indent="-171450" lvl="1" marL="628650" rtl="0" algn="l">
              <a:lnSpc>
                <a:spcPct val="100000"/>
              </a:lnSpc>
              <a:spcBef>
                <a:spcPts val="500"/>
              </a:spcBef>
              <a:spcAft>
                <a:spcPts val="0"/>
              </a:spcAft>
              <a:buClr>
                <a:schemeClr val="dk1"/>
              </a:buClr>
              <a:buSzPts val="1000"/>
              <a:buFont typeface="Arial"/>
              <a:buChar char="•"/>
            </a:pPr>
            <a:r>
              <a:rPr lang="en-US" sz="1000">
                <a:latin typeface="Times New Roman"/>
                <a:ea typeface="Times New Roman"/>
                <a:cs typeface="Times New Roman"/>
                <a:sym typeface="Times New Roman"/>
              </a:rPr>
              <a:t>Strong Authentication (T0889): Use multi-factor authentication for all remote access to Safety Instrumented Systems (SIS) like the Triconex controllers, which Triton exploited. Replace default credentials with strong, unique passwords across all critical devices​(XONA Systems)​(Industrial Cyber).</a:t>
            </a:r>
            <a:endParaRPr/>
          </a:p>
          <a:p>
            <a:pPr indent="-171450" lvl="1" marL="628650" rtl="0" algn="l">
              <a:lnSpc>
                <a:spcPct val="100000"/>
              </a:lnSpc>
              <a:spcBef>
                <a:spcPts val="500"/>
              </a:spcBef>
              <a:spcAft>
                <a:spcPts val="0"/>
              </a:spcAft>
              <a:buClr>
                <a:schemeClr val="dk1"/>
              </a:buClr>
              <a:buSzPts val="1000"/>
              <a:buFont typeface="Arial"/>
              <a:buChar char="•"/>
            </a:pPr>
            <a:r>
              <a:rPr lang="en-US" sz="1000">
                <a:latin typeface="Times New Roman"/>
                <a:ea typeface="Times New Roman"/>
                <a:cs typeface="Times New Roman"/>
                <a:sym typeface="Times New Roman"/>
              </a:rPr>
              <a:t>Device Integrity Monitoring (T0870): Continuously monitor the configuration and behavior of safety systems to detect any unauthorized changes that might signal an attacker attempting to manipulate safety functions. This can include regular integrity checks and anomaly detection mechanisms​(Industrial Cyber).</a:t>
            </a:r>
            <a:endParaRPr/>
          </a:p>
          <a:p>
            <a:pPr indent="-171450" lvl="0" marL="171450" rtl="0" algn="l">
              <a:lnSpc>
                <a:spcPct val="100000"/>
              </a:lnSpc>
              <a:spcBef>
                <a:spcPts val="1000"/>
              </a:spcBef>
              <a:spcAft>
                <a:spcPts val="0"/>
              </a:spcAft>
              <a:buClr>
                <a:schemeClr val="dk1"/>
              </a:buClr>
              <a:buSzPts val="1000"/>
              <a:buFont typeface="Arial"/>
              <a:buChar char="•"/>
            </a:pPr>
            <a:r>
              <a:rPr lang="en-US" sz="1000">
                <a:latin typeface="Times New Roman"/>
                <a:ea typeface="Times New Roman"/>
                <a:cs typeface="Times New Roman"/>
                <a:sym typeface="Times New Roman"/>
              </a:rPr>
              <a:t>Lesson Learned: Triton specifically targeted SIS, a system critical for safety. Strong authentication and real-time monitoring could prevent or detect manipulation of these systems earlier.</a:t>
            </a:r>
            <a:endParaRPr/>
          </a:p>
          <a:p>
            <a:pPr indent="0" lvl="0" marL="0" rtl="0" algn="l">
              <a:lnSpc>
                <a:spcPct val="100000"/>
              </a:lnSpc>
              <a:spcBef>
                <a:spcPts val="1000"/>
              </a:spcBef>
              <a:spcAft>
                <a:spcPts val="0"/>
              </a:spcAft>
              <a:buClr>
                <a:schemeClr val="dk1"/>
              </a:buClr>
              <a:buSzPts val="1000"/>
              <a:buNone/>
            </a:pPr>
            <a:r>
              <a:rPr b="1" lang="en-US" sz="1000">
                <a:latin typeface="Times New Roman"/>
                <a:ea typeface="Times New Roman"/>
                <a:cs typeface="Times New Roman"/>
                <a:sym typeface="Times New Roman"/>
              </a:rPr>
              <a:t>Pipedream (Incontroller)</a:t>
            </a:r>
            <a:endParaRPr/>
          </a:p>
          <a:p>
            <a:pPr indent="-63500" lvl="0" marL="0" rtl="0" algn="l">
              <a:lnSpc>
                <a:spcPct val="100000"/>
              </a:lnSpc>
              <a:spcBef>
                <a:spcPts val="1000"/>
              </a:spcBef>
              <a:spcAft>
                <a:spcPts val="0"/>
              </a:spcAft>
              <a:buClr>
                <a:schemeClr val="dk1"/>
              </a:buClr>
              <a:buSzPts val="1000"/>
              <a:buFont typeface="Arial"/>
              <a:buChar char="•"/>
            </a:pPr>
            <a:r>
              <a:rPr lang="en-US" sz="1000" u="sng">
                <a:latin typeface="Times New Roman"/>
                <a:ea typeface="Times New Roman"/>
                <a:cs typeface="Times New Roman"/>
                <a:sym typeface="Times New Roman"/>
              </a:rPr>
              <a:t>Remediation:</a:t>
            </a:r>
            <a:endParaRPr/>
          </a:p>
          <a:p>
            <a:pPr indent="-285750" lvl="1" marL="742950" rtl="0" algn="l">
              <a:lnSpc>
                <a:spcPct val="100000"/>
              </a:lnSpc>
              <a:spcBef>
                <a:spcPts val="500"/>
              </a:spcBef>
              <a:spcAft>
                <a:spcPts val="0"/>
              </a:spcAft>
              <a:buClr>
                <a:schemeClr val="dk1"/>
              </a:buClr>
              <a:buSzPts val="1000"/>
              <a:buFont typeface="Arial"/>
              <a:buChar char="•"/>
            </a:pPr>
            <a:r>
              <a:rPr i="1" lang="en-US" sz="1000">
                <a:latin typeface="Times New Roman"/>
                <a:ea typeface="Times New Roman"/>
                <a:cs typeface="Times New Roman"/>
                <a:sym typeface="Times New Roman"/>
              </a:rPr>
              <a:t>Application Whitelisting</a:t>
            </a:r>
            <a:r>
              <a:rPr lang="en-US" sz="1000">
                <a:latin typeface="Times New Roman"/>
                <a:ea typeface="Times New Roman"/>
                <a:cs typeface="Times New Roman"/>
                <a:sym typeface="Times New Roman"/>
              </a:rPr>
              <a:t> (T0879): Implement strict whitelisting on PLCs and other industrial devices targeted by Pipedream to only allow approved software to run, reducing the likelihood of malicious code execution​ (</a:t>
            </a:r>
            <a:r>
              <a:rPr lang="en-US" sz="1000" u="sng">
                <a:solidFill>
                  <a:schemeClr val="hlink"/>
                </a:solidFill>
                <a:latin typeface="Times New Roman"/>
                <a:ea typeface="Times New Roman"/>
                <a:cs typeface="Times New Roman"/>
                <a:sym typeface="Times New Roman"/>
                <a:hlinkClick r:id="rId3"/>
              </a:rPr>
              <a:t>XONA Systems</a:t>
            </a:r>
            <a:r>
              <a:rPr lang="en-US" sz="1000">
                <a:latin typeface="Times New Roman"/>
                <a:ea typeface="Times New Roman"/>
                <a:cs typeface="Times New Roman"/>
                <a:sym typeface="Times New Roman"/>
              </a:rPr>
              <a:t>)​ (</a:t>
            </a:r>
            <a:r>
              <a:rPr lang="en-US" sz="1000" u="sng">
                <a:solidFill>
                  <a:schemeClr val="hlink"/>
                </a:solidFill>
                <a:latin typeface="Times New Roman"/>
                <a:ea typeface="Times New Roman"/>
                <a:cs typeface="Times New Roman"/>
                <a:sym typeface="Times New Roman"/>
                <a:hlinkClick r:id="rId4"/>
              </a:rPr>
              <a:t>Industrial Cyber</a:t>
            </a:r>
            <a:r>
              <a:rPr lang="en-US" sz="1000">
                <a:latin typeface="Times New Roman"/>
                <a:ea typeface="Times New Roman"/>
                <a:cs typeface="Times New Roman"/>
                <a:sym typeface="Times New Roman"/>
              </a:rPr>
              <a:t>).</a:t>
            </a:r>
            <a:endParaRPr/>
          </a:p>
          <a:p>
            <a:pPr indent="-285750" lvl="1" marL="742950" rtl="0" algn="l">
              <a:lnSpc>
                <a:spcPct val="100000"/>
              </a:lnSpc>
              <a:spcBef>
                <a:spcPts val="500"/>
              </a:spcBef>
              <a:spcAft>
                <a:spcPts val="0"/>
              </a:spcAft>
              <a:buClr>
                <a:schemeClr val="dk1"/>
              </a:buClr>
              <a:buSzPts val="1000"/>
              <a:buFont typeface="Arial"/>
              <a:buChar char="•"/>
            </a:pPr>
            <a:r>
              <a:rPr i="1" lang="en-US" sz="1000">
                <a:latin typeface="Times New Roman"/>
                <a:ea typeface="Times New Roman"/>
                <a:cs typeface="Times New Roman"/>
                <a:sym typeface="Times New Roman"/>
              </a:rPr>
              <a:t>Firmware Updates and Audits</a:t>
            </a:r>
            <a:r>
              <a:rPr lang="en-US" sz="1000">
                <a:latin typeface="Times New Roman"/>
                <a:ea typeface="Times New Roman"/>
                <a:cs typeface="Times New Roman"/>
                <a:sym typeface="Times New Roman"/>
              </a:rPr>
              <a:t> (T0807): Regularly audit and update PLCs, especially those using protocols such as Omron’s FINS, Modbus, and CODESYS, which Pipedream exploits. Ensure all firmware is up-to-date and includes the latest security patches to prevent known exploits​(</a:t>
            </a:r>
            <a:r>
              <a:rPr lang="en-US" sz="1000" u="sng">
                <a:solidFill>
                  <a:schemeClr val="hlink"/>
                </a:solidFill>
                <a:latin typeface="Times New Roman"/>
                <a:ea typeface="Times New Roman"/>
                <a:cs typeface="Times New Roman"/>
                <a:sym typeface="Times New Roman"/>
                <a:hlinkClick r:id="rId5"/>
              </a:rPr>
              <a:t>Industrial Cyber</a:t>
            </a:r>
            <a:r>
              <a:rPr lang="en-US" sz="1000">
                <a:latin typeface="Times New Roman"/>
                <a:ea typeface="Times New Roman"/>
                <a:cs typeface="Times New Roman"/>
                <a:sym typeface="Times New Roman"/>
              </a:rPr>
              <a:t>).</a:t>
            </a:r>
            <a:endParaRPr/>
          </a:p>
          <a:p>
            <a:pPr indent="-171450" lvl="0" marL="171450" rtl="0" algn="l">
              <a:lnSpc>
                <a:spcPct val="100000"/>
              </a:lnSpc>
              <a:spcBef>
                <a:spcPts val="1000"/>
              </a:spcBef>
              <a:spcAft>
                <a:spcPts val="0"/>
              </a:spcAft>
              <a:buClr>
                <a:schemeClr val="dk1"/>
              </a:buClr>
              <a:buSzPts val="1000"/>
              <a:buFont typeface="Arial"/>
              <a:buChar char="•"/>
            </a:pPr>
            <a:r>
              <a:rPr lang="en-US" sz="1000">
                <a:latin typeface="Times New Roman"/>
                <a:ea typeface="Times New Roman"/>
                <a:cs typeface="Times New Roman"/>
                <a:sym typeface="Times New Roman"/>
              </a:rPr>
              <a:t>Lesson Learned: Pipedream’s ability to manipulate various PLC protocols and firmware highlights the importance of maintaining strict control over device configurations and ensuring that only authorized software is executed.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28"/>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ATTACK VECTORS IN ICS/SCADA SYSTEMS</a:t>
            </a:r>
            <a:endParaRPr/>
          </a:p>
        </p:txBody>
      </p:sp>
      <p:sp>
        <p:nvSpPr>
          <p:cNvPr id="588" name="Google Shape;588;p28"/>
          <p:cNvSpPr txBox="1"/>
          <p:nvPr>
            <p:ph idx="1" type="body"/>
          </p:nvPr>
        </p:nvSpPr>
        <p:spPr>
          <a:xfrm>
            <a:off x="1627322" y="1507066"/>
            <a:ext cx="10134371" cy="4849283"/>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Clr>
                <a:schemeClr val="dk1"/>
              </a:buClr>
              <a:buSzPts val="1200"/>
              <a:buNone/>
            </a:pPr>
            <a:r>
              <a:rPr b="1" lang="en-US" sz="1200">
                <a:latin typeface="Times New Roman"/>
                <a:ea typeface="Times New Roman"/>
                <a:cs typeface="Times New Roman"/>
                <a:sym typeface="Times New Roman"/>
              </a:rPr>
              <a:t>Key attack vectors for ICS/SCADA systems include:</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Remote Access Exploits</a:t>
            </a:r>
            <a:r>
              <a:rPr lang="en-US" sz="1200">
                <a:latin typeface="Times New Roman"/>
                <a:ea typeface="Times New Roman"/>
                <a:cs typeface="Times New Roman"/>
                <a:sym typeface="Times New Roman"/>
              </a:rPr>
              <a:t>: Exploits insecure VPNs, weak authentication protocols, or misconfigured remote access points to gain unauthorized entry into the system.</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Supply Chain Attacks</a:t>
            </a:r>
            <a:r>
              <a:rPr lang="en-US" sz="1200">
                <a:latin typeface="Times New Roman"/>
                <a:ea typeface="Times New Roman"/>
                <a:cs typeface="Times New Roman"/>
                <a:sym typeface="Times New Roman"/>
              </a:rPr>
              <a:t>: Attackers inject malware, such as NotPetya, through compromised third-party software or hardware suppliers, impacting the ICS environment.</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Default Credentials</a:t>
            </a:r>
            <a:r>
              <a:rPr lang="en-US" sz="1200">
                <a:latin typeface="Times New Roman"/>
                <a:ea typeface="Times New Roman"/>
                <a:cs typeface="Times New Roman"/>
                <a:sym typeface="Times New Roman"/>
              </a:rPr>
              <a:t>: Many ICS devices still operate with default usernames and passwords, making them vulnerable to brute-force attacks.</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Insider Threats</a:t>
            </a:r>
            <a:r>
              <a:rPr lang="en-US" sz="1200">
                <a:latin typeface="Times New Roman"/>
                <a:ea typeface="Times New Roman"/>
                <a:cs typeface="Times New Roman"/>
                <a:sym typeface="Times New Roman"/>
              </a:rPr>
              <a:t>: Malicious insiders or compromised personnel can misuse their legitimate access to disrupt operations or steal sensitive data.</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Vulnerable Legacy Systems</a:t>
            </a:r>
            <a:r>
              <a:rPr lang="en-US" sz="1200">
                <a:latin typeface="Times New Roman"/>
                <a:ea typeface="Times New Roman"/>
                <a:cs typeface="Times New Roman"/>
                <a:sym typeface="Times New Roman"/>
              </a:rPr>
              <a:t>: Older systems often run on outdated software or hardware with little to no security, exposing them to known vulnerabilities.</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Weak Network Segmentation</a:t>
            </a:r>
            <a:r>
              <a:rPr lang="en-US" sz="1200">
                <a:latin typeface="Times New Roman"/>
                <a:ea typeface="Times New Roman"/>
                <a:cs typeface="Times New Roman"/>
                <a:sym typeface="Times New Roman"/>
              </a:rPr>
              <a:t>: Poorly segmented networks allow attackers to move laterally from less secure IT environments into critical OT systems.</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Phishing and Social Engineering</a:t>
            </a:r>
            <a:r>
              <a:rPr lang="en-US" sz="1200">
                <a:latin typeface="Times New Roman"/>
                <a:ea typeface="Times New Roman"/>
                <a:cs typeface="Times New Roman"/>
                <a:sym typeface="Times New Roman"/>
              </a:rPr>
              <a:t>: Attackers target employees with deceptive emails or impersonations, tricking them into providing access credentials.</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Insecure Protocols</a:t>
            </a:r>
            <a:r>
              <a:rPr lang="en-US" sz="1200">
                <a:latin typeface="Times New Roman"/>
                <a:ea typeface="Times New Roman"/>
                <a:cs typeface="Times New Roman"/>
                <a:sym typeface="Times New Roman"/>
              </a:rPr>
              <a:t>: ICS systems often use outdated communication protocols, such as Modbus or DNP3, that lack encryption or authentication.</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Denial-of-Service (DoS) Attacks</a:t>
            </a:r>
            <a:r>
              <a:rPr lang="en-US" sz="1200">
                <a:latin typeface="Times New Roman"/>
                <a:ea typeface="Times New Roman"/>
                <a:cs typeface="Times New Roman"/>
                <a:sym typeface="Times New Roman"/>
              </a:rPr>
              <a:t>: Attackers can overwhelm systems or networks with traffic, causing disruptions or downtime in critical operations.</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Third-Party Vendor Risks</a:t>
            </a:r>
            <a:r>
              <a:rPr lang="en-US" sz="1200">
                <a:latin typeface="Times New Roman"/>
                <a:ea typeface="Times New Roman"/>
                <a:cs typeface="Times New Roman"/>
                <a:sym typeface="Times New Roman"/>
              </a:rPr>
              <a:t>: Unauthorized access via vendor-supplied systems or services that are not adequately secured.</a:t>
            </a:r>
            <a:endParaRPr/>
          </a:p>
          <a:p>
            <a:pPr indent="-228600" lvl="0" marL="228600" rtl="0" algn="l">
              <a:lnSpc>
                <a:spcPct val="100000"/>
              </a:lnSpc>
              <a:spcBef>
                <a:spcPts val="1000"/>
              </a:spcBef>
              <a:spcAft>
                <a:spcPts val="0"/>
              </a:spcAft>
              <a:buClr>
                <a:schemeClr val="dk1"/>
              </a:buClr>
              <a:buSzPts val="1200"/>
              <a:buFont typeface="Noto Sans Symbols"/>
              <a:buChar char="⮚"/>
            </a:pPr>
            <a:r>
              <a:rPr b="1" lang="en-US" sz="1200">
                <a:latin typeface="Times New Roman"/>
                <a:ea typeface="Times New Roman"/>
                <a:cs typeface="Times New Roman"/>
                <a:sym typeface="Times New Roman"/>
              </a:rPr>
              <a:t>Ransomware</a:t>
            </a:r>
            <a:r>
              <a:rPr lang="en-US" sz="1200">
                <a:latin typeface="Times New Roman"/>
                <a:ea typeface="Times New Roman"/>
                <a:cs typeface="Times New Roman"/>
                <a:sym typeface="Times New Roman"/>
              </a:rPr>
              <a:t>: Ransomware attacks can lock operators out of control systems, disrupt industrial processes, and demand payment to restore functionality.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29"/>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UKRAINIAN POWER STATION (BLACKENERGY 3 MALWARE) APT44</a:t>
            </a:r>
            <a:endParaRPr/>
          </a:p>
        </p:txBody>
      </p:sp>
      <p:pic>
        <p:nvPicPr>
          <p:cNvPr id="595" name="Google Shape;595;p29" title="Watch How Hackers Took Over a Ukrainian Power Station"/>
          <p:cNvPicPr preferRelativeResize="0"/>
          <p:nvPr/>
        </p:nvPicPr>
        <p:blipFill rotWithShape="1">
          <a:blip r:embed="rId3">
            <a:alphaModFix/>
          </a:blip>
          <a:srcRect b="0" l="0" r="0" t="0"/>
          <a:stretch/>
        </p:blipFill>
        <p:spPr>
          <a:xfrm>
            <a:off x="1899900" y="1780468"/>
            <a:ext cx="8697645" cy="49103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1"/>
                                        <p:tgtEl>
                                          <p:spTgt spid="5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30"/>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400"/>
              <a:buFont typeface="Times New Roman"/>
              <a:buNone/>
            </a:pPr>
            <a:r>
              <a:rPr lang="en-US" sz="2400">
                <a:latin typeface="Times New Roman"/>
                <a:ea typeface="Times New Roman"/>
                <a:cs typeface="Times New Roman"/>
                <a:sym typeface="Times New Roman"/>
              </a:rPr>
              <a:t>MODBUS TCP PACKET INJECTION WITH SCAPY (RODRIGO CANTERA)</a:t>
            </a:r>
            <a:endParaRPr/>
          </a:p>
        </p:txBody>
      </p:sp>
      <p:pic>
        <p:nvPicPr>
          <p:cNvPr id="602" name="Google Shape;602;p30"/>
          <p:cNvPicPr preferRelativeResize="0"/>
          <p:nvPr/>
        </p:nvPicPr>
        <p:blipFill rotWithShape="1">
          <a:blip r:embed="rId3">
            <a:alphaModFix/>
          </a:blip>
          <a:srcRect b="0" l="0" r="0" t="0"/>
          <a:stretch/>
        </p:blipFill>
        <p:spPr>
          <a:xfrm>
            <a:off x="1728651" y="1605088"/>
            <a:ext cx="8734697" cy="491326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5000"/>
                                        <p:tgtEl>
                                          <p:spTgt spid="6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31"/>
          <p:cNvSpPr txBox="1"/>
          <p:nvPr>
            <p:ph type="ctrTitle"/>
          </p:nvPr>
        </p:nvSpPr>
        <p:spPr>
          <a:xfrm>
            <a:off x="1627321" y="339645"/>
            <a:ext cx="10134369"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rgbClr val="024793"/>
              </a:buClr>
              <a:buSzPts val="2100"/>
              <a:buFont typeface="Times New Roman"/>
              <a:buNone/>
            </a:pPr>
            <a:r>
              <a:rPr lang="en-US" sz="2100">
                <a:latin typeface="Times New Roman"/>
                <a:ea typeface="Times New Roman"/>
                <a:cs typeface="Times New Roman"/>
                <a:sym typeface="Times New Roman"/>
              </a:rPr>
              <a:t>SHODAN - PUBLICLY ACCESSIBLE DEVICES BROADCASTING TO THE WORLD</a:t>
            </a:r>
            <a:endParaRPr/>
          </a:p>
        </p:txBody>
      </p:sp>
      <p:pic>
        <p:nvPicPr>
          <p:cNvPr id="609" name="Google Shape;609;p31"/>
          <p:cNvPicPr preferRelativeResize="0"/>
          <p:nvPr/>
        </p:nvPicPr>
        <p:blipFill rotWithShape="1">
          <a:blip r:embed="rId3">
            <a:alphaModFix/>
          </a:blip>
          <a:srcRect b="0" l="0" r="0" t="0"/>
          <a:stretch/>
        </p:blipFill>
        <p:spPr>
          <a:xfrm>
            <a:off x="2018718" y="1584268"/>
            <a:ext cx="8154564" cy="503166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pic>
        <p:nvPicPr>
          <p:cNvPr id="615" name="Google Shape;615;p32"/>
          <p:cNvPicPr preferRelativeResize="0"/>
          <p:nvPr>
            <p:ph idx="2" type="pic"/>
          </p:nvPr>
        </p:nvPicPr>
        <p:blipFill rotWithShape="1">
          <a:blip r:embed="rId3">
            <a:alphaModFix/>
          </a:blip>
          <a:srcRect b="3481" l="0" r="0" t="3481"/>
          <a:stretch/>
        </p:blipFill>
        <p:spPr>
          <a:xfrm>
            <a:off x="1134319" y="1"/>
            <a:ext cx="11057681" cy="6858002"/>
          </a:xfrm>
          <a:prstGeom prst="rect">
            <a:avLst/>
          </a:prstGeom>
          <a:solidFill>
            <a:srgbClr val="012F62"/>
          </a:solidFill>
          <a:ln>
            <a:noFill/>
          </a:ln>
        </p:spPr>
      </p:pic>
      <p:sp>
        <p:nvSpPr>
          <p:cNvPr id="616" name="Google Shape;616;p32"/>
          <p:cNvSpPr txBox="1"/>
          <p:nvPr>
            <p:ph type="ctrTitle"/>
          </p:nvPr>
        </p:nvSpPr>
        <p:spPr>
          <a:xfrm>
            <a:off x="1648661" y="339645"/>
            <a:ext cx="4890577" cy="1002552"/>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chemeClr val="lt1"/>
              </a:buClr>
              <a:buSzPts val="4500"/>
              <a:buFont typeface="Times New Roman"/>
              <a:buNone/>
            </a:pPr>
            <a:r>
              <a:rPr lang="en-US">
                <a:latin typeface="Times New Roman"/>
                <a:ea typeface="Times New Roman"/>
                <a:cs typeface="Times New Roman"/>
                <a:sym typeface="Times New Roman"/>
              </a:rPr>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ool">
      <a:dk1>
        <a:srgbClr val="000000"/>
      </a:dk1>
      <a:lt1>
        <a:srgbClr val="FFFFFF"/>
      </a:lt1>
      <a:dk2>
        <a:srgbClr val="464646"/>
      </a:dk2>
      <a:lt2>
        <a:srgbClr val="FFFFFF"/>
      </a:lt2>
      <a:accent1>
        <a:srgbClr val="15D1BB"/>
      </a:accent1>
      <a:accent2>
        <a:srgbClr val="0FB4DB"/>
      </a:accent2>
      <a:accent3>
        <a:srgbClr val="0D81BB"/>
      </a:accent3>
      <a:accent4>
        <a:srgbClr val="045FC4"/>
      </a:accent4>
      <a:accent5>
        <a:srgbClr val="953FF3"/>
      </a:accent5>
      <a:accent6>
        <a:srgbClr val="C03EF4"/>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2024-09-29T23:44:13Z</dcterms:created>
  <dc:creator>Austin Tapia</dc:creator>
</cp:coreProperties>
</file>